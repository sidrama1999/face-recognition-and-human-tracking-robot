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1" d="100"/>
          <a:sy n="91" d="100"/>
        </p:scale>
        <p:origin x="2184" y="3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B81225-4877-4859-815C-C7E937912A74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C5B118-E1E9-4E9C-9075-77625A28A59C}">
      <dgm:prSet/>
      <dgm:spPr/>
      <dgm:t>
        <a:bodyPr/>
        <a:lstStyle/>
        <a:p>
          <a:r>
            <a:rPr lang="en-US" dirty="0"/>
            <a:t> Real-time face detection and recognition.</a:t>
          </a:r>
        </a:p>
      </dgm:t>
    </dgm:pt>
    <dgm:pt modelId="{A21B2ECD-149A-4F48-AC4F-BE6570EC31C2}" type="parTrans" cxnId="{806E6B39-51A9-45B0-B9CF-66AC0B8EF334}">
      <dgm:prSet/>
      <dgm:spPr/>
      <dgm:t>
        <a:bodyPr/>
        <a:lstStyle/>
        <a:p>
          <a:endParaRPr lang="en-US"/>
        </a:p>
      </dgm:t>
    </dgm:pt>
    <dgm:pt modelId="{C868BA1C-3841-432F-8606-79C1460E142C}" type="sibTrans" cxnId="{806E6B39-51A9-45B0-B9CF-66AC0B8EF334}">
      <dgm:prSet/>
      <dgm:spPr/>
      <dgm:t>
        <a:bodyPr/>
        <a:lstStyle/>
        <a:p>
          <a:endParaRPr lang="en-US"/>
        </a:p>
      </dgm:t>
    </dgm:pt>
    <dgm:pt modelId="{69A1ED86-ECAA-4CA0-9109-C7BFDB999811}">
      <dgm:prSet/>
      <dgm:spPr/>
      <dgm:t>
        <a:bodyPr/>
        <a:lstStyle/>
        <a:p>
          <a:r>
            <a:rPr lang="en-US" dirty="0"/>
            <a:t> Human tracking through webcam and video feed.</a:t>
          </a:r>
        </a:p>
      </dgm:t>
    </dgm:pt>
    <dgm:pt modelId="{169B35DE-743B-480D-B3A3-1606EBB48B94}" type="parTrans" cxnId="{4E286E08-0E1E-41D6-A36C-73BEE628217C}">
      <dgm:prSet/>
      <dgm:spPr/>
      <dgm:t>
        <a:bodyPr/>
        <a:lstStyle/>
        <a:p>
          <a:endParaRPr lang="en-US"/>
        </a:p>
      </dgm:t>
    </dgm:pt>
    <dgm:pt modelId="{F0C67530-65BC-424F-8397-DD1BA887E1EB}" type="sibTrans" cxnId="{4E286E08-0E1E-41D6-A36C-73BEE628217C}">
      <dgm:prSet/>
      <dgm:spPr/>
      <dgm:t>
        <a:bodyPr/>
        <a:lstStyle/>
        <a:p>
          <a:endParaRPr lang="en-US"/>
        </a:p>
      </dgm:t>
    </dgm:pt>
    <dgm:pt modelId="{609CF2BC-F7E5-4456-AE60-8B18766E9513}">
      <dgm:prSet/>
      <dgm:spPr/>
      <dgm:t>
        <a:bodyPr/>
        <a:lstStyle/>
        <a:p>
          <a:r>
            <a:rPr lang="en-US" dirty="0"/>
            <a:t>Face alignment and embedding extraction using </a:t>
          </a:r>
          <a:r>
            <a:rPr lang="en-US" dirty="0" err="1"/>
            <a:t>OpenFace</a:t>
          </a:r>
          <a:r>
            <a:rPr lang="en-US" dirty="0"/>
            <a:t>.</a:t>
          </a:r>
        </a:p>
      </dgm:t>
    </dgm:pt>
    <dgm:pt modelId="{2C65740D-7460-416D-9C0D-4CAAD956E252}" type="parTrans" cxnId="{4C279FA4-40AB-48D9-90AA-B1A8776D7172}">
      <dgm:prSet/>
      <dgm:spPr/>
      <dgm:t>
        <a:bodyPr/>
        <a:lstStyle/>
        <a:p>
          <a:endParaRPr lang="en-US"/>
        </a:p>
      </dgm:t>
    </dgm:pt>
    <dgm:pt modelId="{B62CFB44-17F6-417B-B36B-AB94BD28DDFB}" type="sibTrans" cxnId="{4C279FA4-40AB-48D9-90AA-B1A8776D7172}">
      <dgm:prSet/>
      <dgm:spPr/>
      <dgm:t>
        <a:bodyPr/>
        <a:lstStyle/>
        <a:p>
          <a:endParaRPr lang="en-US"/>
        </a:p>
      </dgm:t>
    </dgm:pt>
    <dgm:pt modelId="{8FB1BC8C-E22D-42B0-8711-A398574FCF26}">
      <dgm:prSet/>
      <dgm:spPr/>
      <dgm:t>
        <a:bodyPr/>
        <a:lstStyle/>
        <a:p>
          <a:r>
            <a:rPr lang="en-US" dirty="0"/>
            <a:t> Human tracking with bounding box and recognized identities.</a:t>
          </a:r>
        </a:p>
      </dgm:t>
    </dgm:pt>
    <dgm:pt modelId="{30BED347-66DB-49C0-9650-F841E8085BE6}" type="parTrans" cxnId="{87B4A361-1818-42A0-A334-E486DEA9B7CC}">
      <dgm:prSet/>
      <dgm:spPr/>
      <dgm:t>
        <a:bodyPr/>
        <a:lstStyle/>
        <a:p>
          <a:endParaRPr lang="en-US"/>
        </a:p>
      </dgm:t>
    </dgm:pt>
    <dgm:pt modelId="{96C85869-0FFA-4524-8B7D-C8E26B07F151}" type="sibTrans" cxnId="{87B4A361-1818-42A0-A334-E486DEA9B7CC}">
      <dgm:prSet/>
      <dgm:spPr/>
      <dgm:t>
        <a:bodyPr/>
        <a:lstStyle/>
        <a:p>
          <a:endParaRPr lang="en-US"/>
        </a:p>
      </dgm:t>
    </dgm:pt>
    <dgm:pt modelId="{C797C0DF-9342-4156-AD08-2F5D1F2D526F}">
      <dgm:prSet/>
      <dgm:spPr/>
      <dgm:t>
        <a:bodyPr/>
        <a:lstStyle/>
        <a:p>
          <a:r>
            <a:rPr lang="en-US" dirty="0"/>
            <a:t>Real-time updates and visual feedback for continuous recognition.</a:t>
          </a:r>
        </a:p>
      </dgm:t>
    </dgm:pt>
    <dgm:pt modelId="{F3AD791A-54B6-4F56-9851-DC0BAF9591F1}" type="parTrans" cxnId="{DF2AF3C5-724E-463B-8A38-0E73AC14B214}">
      <dgm:prSet/>
      <dgm:spPr/>
      <dgm:t>
        <a:bodyPr/>
        <a:lstStyle/>
        <a:p>
          <a:endParaRPr lang="en-US"/>
        </a:p>
      </dgm:t>
    </dgm:pt>
    <dgm:pt modelId="{4DCD52F3-F991-460E-A252-D5D942A0EC5C}" type="sibTrans" cxnId="{DF2AF3C5-724E-463B-8A38-0E73AC14B214}">
      <dgm:prSet/>
      <dgm:spPr/>
      <dgm:t>
        <a:bodyPr/>
        <a:lstStyle/>
        <a:p>
          <a:endParaRPr lang="en-US"/>
        </a:p>
      </dgm:t>
    </dgm:pt>
    <dgm:pt modelId="{2BAF7BB4-1A4D-4040-804E-69B7744C71DA}" type="pres">
      <dgm:prSet presAssocID="{80B81225-4877-4859-815C-C7E937912A74}" presName="diagram" presStyleCnt="0">
        <dgm:presLayoutVars>
          <dgm:dir/>
          <dgm:resizeHandles val="exact"/>
        </dgm:presLayoutVars>
      </dgm:prSet>
      <dgm:spPr/>
    </dgm:pt>
    <dgm:pt modelId="{44319627-8497-4F55-B2F4-60388E808198}" type="pres">
      <dgm:prSet presAssocID="{43C5B118-E1E9-4E9C-9075-77625A28A59C}" presName="node" presStyleLbl="node1" presStyleIdx="0" presStyleCnt="5">
        <dgm:presLayoutVars>
          <dgm:bulletEnabled val="1"/>
        </dgm:presLayoutVars>
      </dgm:prSet>
      <dgm:spPr/>
    </dgm:pt>
    <dgm:pt modelId="{2ED65906-FBC3-41BF-8BAB-F35D9943338F}" type="pres">
      <dgm:prSet presAssocID="{C868BA1C-3841-432F-8606-79C1460E142C}" presName="sibTrans" presStyleCnt="0"/>
      <dgm:spPr/>
    </dgm:pt>
    <dgm:pt modelId="{6E5B23F1-33DC-40B5-B875-B5EC83F8D449}" type="pres">
      <dgm:prSet presAssocID="{69A1ED86-ECAA-4CA0-9109-C7BFDB999811}" presName="node" presStyleLbl="node1" presStyleIdx="1" presStyleCnt="5">
        <dgm:presLayoutVars>
          <dgm:bulletEnabled val="1"/>
        </dgm:presLayoutVars>
      </dgm:prSet>
      <dgm:spPr/>
    </dgm:pt>
    <dgm:pt modelId="{C8D6CABF-CAB6-4D55-B581-C97930293D12}" type="pres">
      <dgm:prSet presAssocID="{F0C67530-65BC-424F-8397-DD1BA887E1EB}" presName="sibTrans" presStyleCnt="0"/>
      <dgm:spPr/>
    </dgm:pt>
    <dgm:pt modelId="{1524E62B-89AC-4D53-84F9-0973BBE1EF39}" type="pres">
      <dgm:prSet presAssocID="{609CF2BC-F7E5-4456-AE60-8B18766E9513}" presName="node" presStyleLbl="node1" presStyleIdx="2" presStyleCnt="5">
        <dgm:presLayoutVars>
          <dgm:bulletEnabled val="1"/>
        </dgm:presLayoutVars>
      </dgm:prSet>
      <dgm:spPr/>
    </dgm:pt>
    <dgm:pt modelId="{CB6D93BC-59C3-493D-9F83-5F21F8F1A129}" type="pres">
      <dgm:prSet presAssocID="{B62CFB44-17F6-417B-B36B-AB94BD28DDFB}" presName="sibTrans" presStyleCnt="0"/>
      <dgm:spPr/>
    </dgm:pt>
    <dgm:pt modelId="{001AF070-3383-4B83-94B3-A67680E6FB1B}" type="pres">
      <dgm:prSet presAssocID="{8FB1BC8C-E22D-42B0-8711-A398574FCF26}" presName="node" presStyleLbl="node1" presStyleIdx="3" presStyleCnt="5">
        <dgm:presLayoutVars>
          <dgm:bulletEnabled val="1"/>
        </dgm:presLayoutVars>
      </dgm:prSet>
      <dgm:spPr/>
    </dgm:pt>
    <dgm:pt modelId="{125C0CBC-8889-4539-85EC-D887DBD82FB7}" type="pres">
      <dgm:prSet presAssocID="{96C85869-0FFA-4524-8B7D-C8E26B07F151}" presName="sibTrans" presStyleCnt="0"/>
      <dgm:spPr/>
    </dgm:pt>
    <dgm:pt modelId="{844F655A-680B-41B2-957E-7E2531C77FAF}" type="pres">
      <dgm:prSet presAssocID="{C797C0DF-9342-4156-AD08-2F5D1F2D526F}" presName="node" presStyleLbl="node1" presStyleIdx="4" presStyleCnt="5">
        <dgm:presLayoutVars>
          <dgm:bulletEnabled val="1"/>
        </dgm:presLayoutVars>
      </dgm:prSet>
      <dgm:spPr/>
    </dgm:pt>
  </dgm:ptLst>
  <dgm:cxnLst>
    <dgm:cxn modelId="{9A061106-1A25-4425-A01B-13468928CE9C}" type="presOf" srcId="{609CF2BC-F7E5-4456-AE60-8B18766E9513}" destId="{1524E62B-89AC-4D53-84F9-0973BBE1EF39}" srcOrd="0" destOrd="0" presId="urn:microsoft.com/office/officeart/2005/8/layout/default"/>
    <dgm:cxn modelId="{4E286E08-0E1E-41D6-A36C-73BEE628217C}" srcId="{80B81225-4877-4859-815C-C7E937912A74}" destId="{69A1ED86-ECAA-4CA0-9109-C7BFDB999811}" srcOrd="1" destOrd="0" parTransId="{169B35DE-743B-480D-B3A3-1606EBB48B94}" sibTransId="{F0C67530-65BC-424F-8397-DD1BA887E1EB}"/>
    <dgm:cxn modelId="{9D07061D-4CA7-4E45-8152-A5035198852F}" type="presOf" srcId="{C797C0DF-9342-4156-AD08-2F5D1F2D526F}" destId="{844F655A-680B-41B2-957E-7E2531C77FAF}" srcOrd="0" destOrd="0" presId="urn:microsoft.com/office/officeart/2005/8/layout/default"/>
    <dgm:cxn modelId="{806E6B39-51A9-45B0-B9CF-66AC0B8EF334}" srcId="{80B81225-4877-4859-815C-C7E937912A74}" destId="{43C5B118-E1E9-4E9C-9075-77625A28A59C}" srcOrd="0" destOrd="0" parTransId="{A21B2ECD-149A-4F48-AC4F-BE6570EC31C2}" sibTransId="{C868BA1C-3841-432F-8606-79C1460E142C}"/>
    <dgm:cxn modelId="{87B4A361-1818-42A0-A334-E486DEA9B7CC}" srcId="{80B81225-4877-4859-815C-C7E937912A74}" destId="{8FB1BC8C-E22D-42B0-8711-A398574FCF26}" srcOrd="3" destOrd="0" parTransId="{30BED347-66DB-49C0-9650-F841E8085BE6}" sibTransId="{96C85869-0FFA-4524-8B7D-C8E26B07F151}"/>
    <dgm:cxn modelId="{3BFA6479-7AAA-4AF8-9453-68F32D2B14E0}" type="presOf" srcId="{69A1ED86-ECAA-4CA0-9109-C7BFDB999811}" destId="{6E5B23F1-33DC-40B5-B875-B5EC83F8D449}" srcOrd="0" destOrd="0" presId="urn:microsoft.com/office/officeart/2005/8/layout/default"/>
    <dgm:cxn modelId="{64DD37A2-AA29-47A7-9495-9A7E356EFB2F}" type="presOf" srcId="{43C5B118-E1E9-4E9C-9075-77625A28A59C}" destId="{44319627-8497-4F55-B2F4-60388E808198}" srcOrd="0" destOrd="0" presId="urn:microsoft.com/office/officeart/2005/8/layout/default"/>
    <dgm:cxn modelId="{4C279FA4-40AB-48D9-90AA-B1A8776D7172}" srcId="{80B81225-4877-4859-815C-C7E937912A74}" destId="{609CF2BC-F7E5-4456-AE60-8B18766E9513}" srcOrd="2" destOrd="0" parTransId="{2C65740D-7460-416D-9C0D-4CAAD956E252}" sibTransId="{B62CFB44-17F6-417B-B36B-AB94BD28DDFB}"/>
    <dgm:cxn modelId="{89189DB3-1F72-4EE6-9FA8-D4E81F6654E9}" type="presOf" srcId="{80B81225-4877-4859-815C-C7E937912A74}" destId="{2BAF7BB4-1A4D-4040-804E-69B7744C71DA}" srcOrd="0" destOrd="0" presId="urn:microsoft.com/office/officeart/2005/8/layout/default"/>
    <dgm:cxn modelId="{DF2AF3C5-724E-463B-8A38-0E73AC14B214}" srcId="{80B81225-4877-4859-815C-C7E937912A74}" destId="{C797C0DF-9342-4156-AD08-2F5D1F2D526F}" srcOrd="4" destOrd="0" parTransId="{F3AD791A-54B6-4F56-9851-DC0BAF9591F1}" sibTransId="{4DCD52F3-F991-460E-A252-D5D942A0EC5C}"/>
    <dgm:cxn modelId="{D9D3FACC-425C-4704-9288-900F562A028A}" type="presOf" srcId="{8FB1BC8C-E22D-42B0-8711-A398574FCF26}" destId="{001AF070-3383-4B83-94B3-A67680E6FB1B}" srcOrd="0" destOrd="0" presId="urn:microsoft.com/office/officeart/2005/8/layout/default"/>
    <dgm:cxn modelId="{9684AD93-2894-43CE-8F09-0CBF952A9788}" type="presParOf" srcId="{2BAF7BB4-1A4D-4040-804E-69B7744C71DA}" destId="{44319627-8497-4F55-B2F4-60388E808198}" srcOrd="0" destOrd="0" presId="urn:microsoft.com/office/officeart/2005/8/layout/default"/>
    <dgm:cxn modelId="{F18636F2-06A9-4390-9576-16193F5843E1}" type="presParOf" srcId="{2BAF7BB4-1A4D-4040-804E-69B7744C71DA}" destId="{2ED65906-FBC3-41BF-8BAB-F35D9943338F}" srcOrd="1" destOrd="0" presId="urn:microsoft.com/office/officeart/2005/8/layout/default"/>
    <dgm:cxn modelId="{764B9B81-2E35-423E-A171-FF045BFE1659}" type="presParOf" srcId="{2BAF7BB4-1A4D-4040-804E-69B7744C71DA}" destId="{6E5B23F1-33DC-40B5-B875-B5EC83F8D449}" srcOrd="2" destOrd="0" presId="urn:microsoft.com/office/officeart/2005/8/layout/default"/>
    <dgm:cxn modelId="{2A1FBA76-702B-460C-877B-098DDB9C0D4D}" type="presParOf" srcId="{2BAF7BB4-1A4D-4040-804E-69B7744C71DA}" destId="{C8D6CABF-CAB6-4D55-B581-C97930293D12}" srcOrd="3" destOrd="0" presId="urn:microsoft.com/office/officeart/2005/8/layout/default"/>
    <dgm:cxn modelId="{B5560B7F-FCB9-436B-B865-224DBA9EBECA}" type="presParOf" srcId="{2BAF7BB4-1A4D-4040-804E-69B7744C71DA}" destId="{1524E62B-89AC-4D53-84F9-0973BBE1EF39}" srcOrd="4" destOrd="0" presId="urn:microsoft.com/office/officeart/2005/8/layout/default"/>
    <dgm:cxn modelId="{BE849CDC-3B44-4B22-826B-1D379F863FF3}" type="presParOf" srcId="{2BAF7BB4-1A4D-4040-804E-69B7744C71DA}" destId="{CB6D93BC-59C3-493D-9F83-5F21F8F1A129}" srcOrd="5" destOrd="0" presId="urn:microsoft.com/office/officeart/2005/8/layout/default"/>
    <dgm:cxn modelId="{1EB5C882-1EB5-4DE2-8C2C-F19AF8547009}" type="presParOf" srcId="{2BAF7BB4-1A4D-4040-804E-69B7744C71DA}" destId="{001AF070-3383-4B83-94B3-A67680E6FB1B}" srcOrd="6" destOrd="0" presId="urn:microsoft.com/office/officeart/2005/8/layout/default"/>
    <dgm:cxn modelId="{083E2DDA-0F9C-48F5-9A6C-DE8E2F24848C}" type="presParOf" srcId="{2BAF7BB4-1A4D-4040-804E-69B7744C71DA}" destId="{125C0CBC-8889-4539-85EC-D887DBD82FB7}" srcOrd="7" destOrd="0" presId="urn:microsoft.com/office/officeart/2005/8/layout/default"/>
    <dgm:cxn modelId="{6D3BD305-EAD1-40D8-80CC-B22D12B9726F}" type="presParOf" srcId="{2BAF7BB4-1A4D-4040-804E-69B7744C71DA}" destId="{844F655A-680B-41B2-957E-7E2531C77FAF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CAD219-976A-4F89-9AD4-B04EE772374F}" type="doc">
      <dgm:prSet loTypeId="urn:microsoft.com/office/officeart/2018/2/layout/IconLabelList" loCatId="icon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57FF0C7-54BC-47F0-B6F3-90170AAFBF1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OpenCV: For capturing video frames and performing face detection.</a:t>
          </a:r>
        </a:p>
      </dgm:t>
    </dgm:pt>
    <dgm:pt modelId="{96F5FF58-FF21-4791-A8CA-FD3FD6D0E419}" type="parTrans" cxnId="{9B8E7B45-D027-493F-8180-EF2CC8FBBC33}">
      <dgm:prSet/>
      <dgm:spPr/>
      <dgm:t>
        <a:bodyPr/>
        <a:lstStyle/>
        <a:p>
          <a:endParaRPr lang="en-US"/>
        </a:p>
      </dgm:t>
    </dgm:pt>
    <dgm:pt modelId="{DD78134E-D865-416D-940B-4E2F758A7F4C}" type="sibTrans" cxnId="{9B8E7B45-D027-493F-8180-EF2CC8FBBC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45703D2-1907-4E2B-B7B1-44D6CAF21E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Dlib: For face landmark detection and face alignment.</a:t>
          </a:r>
        </a:p>
      </dgm:t>
    </dgm:pt>
    <dgm:pt modelId="{5395E4F7-3A5B-46F7-9A79-D114969EEEAF}" type="parTrans" cxnId="{ED554876-D0A2-4F95-B18B-9B6F4B15BD23}">
      <dgm:prSet/>
      <dgm:spPr/>
      <dgm:t>
        <a:bodyPr/>
        <a:lstStyle/>
        <a:p>
          <a:endParaRPr lang="en-US"/>
        </a:p>
      </dgm:t>
    </dgm:pt>
    <dgm:pt modelId="{32EB6AD1-1D0C-4C16-AF70-E5246901C0F3}" type="sibTrans" cxnId="{ED554876-D0A2-4F95-B18B-9B6F4B15BD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657BEBD-7D0C-4F87-B8D3-FD11F477C1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 err="1"/>
            <a:t>OpenFace</a:t>
          </a:r>
          <a:r>
            <a:rPr lang="en-US" dirty="0"/>
            <a:t>: For extracting face embeddings using deep  neural networks.</a:t>
          </a:r>
        </a:p>
      </dgm:t>
    </dgm:pt>
    <dgm:pt modelId="{055D9CB2-DEA7-4419-95C0-268BFC19BBFA}" type="parTrans" cxnId="{A81EE097-46D4-418B-B7A1-A98B031667C8}">
      <dgm:prSet/>
      <dgm:spPr/>
      <dgm:t>
        <a:bodyPr/>
        <a:lstStyle/>
        <a:p>
          <a:endParaRPr lang="en-US"/>
        </a:p>
      </dgm:t>
    </dgm:pt>
    <dgm:pt modelId="{E647084A-57C9-4047-BF7E-B2DA18966117}" type="sibTrans" cxnId="{A81EE097-46D4-418B-B7A1-A98B031667C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2FFC209-F143-4C18-9D6A-88AFC4A9E1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Scikit-learn: For normalizing the face embeddings.</a:t>
          </a:r>
        </a:p>
      </dgm:t>
    </dgm:pt>
    <dgm:pt modelId="{4E1DC398-FFB8-44F9-AE61-C68A8FB3D2BC}" type="parTrans" cxnId="{56EEBBB3-472D-49F4-A1B9-C5C421A994D3}">
      <dgm:prSet/>
      <dgm:spPr/>
      <dgm:t>
        <a:bodyPr/>
        <a:lstStyle/>
        <a:p>
          <a:endParaRPr lang="en-US"/>
        </a:p>
      </dgm:t>
    </dgm:pt>
    <dgm:pt modelId="{5F3FB15D-73B4-4BC9-A38C-3954D262A5C7}" type="sibTrans" cxnId="{56EEBBB3-472D-49F4-A1B9-C5C421A994D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D9FDBD-DED8-4921-A8D5-6B4F9C22410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Torch: For running OpenFace's pre-trained neural network.</a:t>
          </a:r>
        </a:p>
      </dgm:t>
    </dgm:pt>
    <dgm:pt modelId="{6E0BACB8-461E-412C-B33C-5F64320399FD}" type="parTrans" cxnId="{5B8D2C14-014E-47B6-BBCF-9117746556B1}">
      <dgm:prSet/>
      <dgm:spPr/>
      <dgm:t>
        <a:bodyPr/>
        <a:lstStyle/>
        <a:p>
          <a:endParaRPr lang="en-US"/>
        </a:p>
      </dgm:t>
    </dgm:pt>
    <dgm:pt modelId="{D0A0F4C2-3120-41F9-A896-BF359E668BE7}" type="sibTrans" cxnId="{5B8D2C14-014E-47B6-BBCF-9117746556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C402941-35DA-4BDC-9023-962AD4441C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NumPy: For numerical operations, including distance  calculations.</a:t>
          </a:r>
        </a:p>
      </dgm:t>
    </dgm:pt>
    <dgm:pt modelId="{7338172D-4239-493E-AFE7-9251A38FC937}" type="parTrans" cxnId="{1222F7A4-136D-4910-BAF4-0F0C4CFEA47E}">
      <dgm:prSet/>
      <dgm:spPr/>
      <dgm:t>
        <a:bodyPr/>
        <a:lstStyle/>
        <a:p>
          <a:endParaRPr lang="en-US"/>
        </a:p>
      </dgm:t>
    </dgm:pt>
    <dgm:pt modelId="{8E3C9E02-8561-45DB-B776-A9D46B42989D}" type="sibTrans" cxnId="{1222F7A4-136D-4910-BAF4-0F0C4CFEA47E}">
      <dgm:prSet/>
      <dgm:spPr/>
      <dgm:t>
        <a:bodyPr/>
        <a:lstStyle/>
        <a:p>
          <a:endParaRPr lang="en-US"/>
        </a:p>
      </dgm:t>
    </dgm:pt>
    <dgm:pt modelId="{FEB36DF4-CA1A-4069-A5C1-BD406DEAF1DC}" type="pres">
      <dgm:prSet presAssocID="{C9CAD219-976A-4F89-9AD4-B04EE772374F}" presName="root" presStyleCnt="0">
        <dgm:presLayoutVars>
          <dgm:dir/>
          <dgm:resizeHandles val="exact"/>
        </dgm:presLayoutVars>
      </dgm:prSet>
      <dgm:spPr/>
    </dgm:pt>
    <dgm:pt modelId="{7C5272F4-A0C9-467B-B140-F348C02C7AAA}" type="pres">
      <dgm:prSet presAssocID="{C57FF0C7-54BC-47F0-B6F3-90170AAFBF15}" presName="compNode" presStyleCnt="0"/>
      <dgm:spPr/>
    </dgm:pt>
    <dgm:pt modelId="{9F1C73F9-BB43-4E78-A0E7-59143C298C1D}" type="pres">
      <dgm:prSet presAssocID="{C57FF0C7-54BC-47F0-B6F3-90170AAFBF15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E0ED9997-8BAA-4871-A676-B2B643A69A25}" type="pres">
      <dgm:prSet presAssocID="{C57FF0C7-54BC-47F0-B6F3-90170AAFBF15}" presName="spaceRect" presStyleCnt="0"/>
      <dgm:spPr/>
    </dgm:pt>
    <dgm:pt modelId="{6A130148-EBCB-4014-A346-035D638143A3}" type="pres">
      <dgm:prSet presAssocID="{C57FF0C7-54BC-47F0-B6F3-90170AAFBF15}" presName="textRect" presStyleLbl="revTx" presStyleIdx="0" presStyleCnt="6">
        <dgm:presLayoutVars>
          <dgm:chMax val="1"/>
          <dgm:chPref val="1"/>
        </dgm:presLayoutVars>
      </dgm:prSet>
      <dgm:spPr/>
    </dgm:pt>
    <dgm:pt modelId="{D9DCD616-F68F-4616-903B-50D0FB8AD933}" type="pres">
      <dgm:prSet presAssocID="{DD78134E-D865-416D-940B-4E2F758A7F4C}" presName="sibTrans" presStyleCnt="0"/>
      <dgm:spPr/>
    </dgm:pt>
    <dgm:pt modelId="{5DEF91BA-1EBC-4213-8896-E9AF01FF2755}" type="pres">
      <dgm:prSet presAssocID="{E45703D2-1907-4E2B-B7B1-44D6CAF21E5C}" presName="compNode" presStyleCnt="0"/>
      <dgm:spPr/>
    </dgm:pt>
    <dgm:pt modelId="{03A35D4D-892E-4F9A-8CF0-67873FD12233}" type="pres">
      <dgm:prSet presAssocID="{E45703D2-1907-4E2B-B7B1-44D6CAF21E5C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96ED7CF6-530F-40AB-B2F5-0041ED1BECD5}" type="pres">
      <dgm:prSet presAssocID="{E45703D2-1907-4E2B-B7B1-44D6CAF21E5C}" presName="spaceRect" presStyleCnt="0"/>
      <dgm:spPr/>
    </dgm:pt>
    <dgm:pt modelId="{6E5C5D69-A300-4431-AE80-9E2C932F263D}" type="pres">
      <dgm:prSet presAssocID="{E45703D2-1907-4E2B-B7B1-44D6CAF21E5C}" presName="textRect" presStyleLbl="revTx" presStyleIdx="1" presStyleCnt="6">
        <dgm:presLayoutVars>
          <dgm:chMax val="1"/>
          <dgm:chPref val="1"/>
        </dgm:presLayoutVars>
      </dgm:prSet>
      <dgm:spPr/>
    </dgm:pt>
    <dgm:pt modelId="{0A282030-B995-4D74-AA9E-5487EDD50771}" type="pres">
      <dgm:prSet presAssocID="{32EB6AD1-1D0C-4C16-AF70-E5246901C0F3}" presName="sibTrans" presStyleCnt="0"/>
      <dgm:spPr/>
    </dgm:pt>
    <dgm:pt modelId="{36DA98C3-DC64-47F1-BFFC-C162698FAD4A}" type="pres">
      <dgm:prSet presAssocID="{D657BEBD-7D0C-4F87-B8D3-FD11F477C1B7}" presName="compNode" presStyleCnt="0"/>
      <dgm:spPr/>
    </dgm:pt>
    <dgm:pt modelId="{36D6C53B-A7AC-492B-B18D-2A643575DDF5}" type="pres">
      <dgm:prSet presAssocID="{D657BEBD-7D0C-4F87-B8D3-FD11F477C1B7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98DA1D4-05BD-4E55-81BE-C000F76808B2}" type="pres">
      <dgm:prSet presAssocID="{D657BEBD-7D0C-4F87-B8D3-FD11F477C1B7}" presName="spaceRect" presStyleCnt="0"/>
      <dgm:spPr/>
    </dgm:pt>
    <dgm:pt modelId="{D1170C98-AAD6-4648-B7DC-1D2C890054EB}" type="pres">
      <dgm:prSet presAssocID="{D657BEBD-7D0C-4F87-B8D3-FD11F477C1B7}" presName="textRect" presStyleLbl="revTx" presStyleIdx="2" presStyleCnt="6">
        <dgm:presLayoutVars>
          <dgm:chMax val="1"/>
          <dgm:chPref val="1"/>
        </dgm:presLayoutVars>
      </dgm:prSet>
      <dgm:spPr/>
    </dgm:pt>
    <dgm:pt modelId="{77A45C27-491B-40C5-A72D-2A8A7CF50D06}" type="pres">
      <dgm:prSet presAssocID="{E647084A-57C9-4047-BF7E-B2DA18966117}" presName="sibTrans" presStyleCnt="0"/>
      <dgm:spPr/>
    </dgm:pt>
    <dgm:pt modelId="{61FA454F-EF42-42C1-B293-A5DF304279D1}" type="pres">
      <dgm:prSet presAssocID="{02FFC209-F143-4C18-9D6A-88AFC4A9E166}" presName="compNode" presStyleCnt="0"/>
      <dgm:spPr/>
    </dgm:pt>
    <dgm:pt modelId="{4E25242E-69CF-4771-8BFA-6C13DE696113}" type="pres">
      <dgm:prSet presAssocID="{02FFC209-F143-4C18-9D6A-88AFC4A9E166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A5A37FA0-2A1C-4AC0-90FA-31D3799A2B82}" type="pres">
      <dgm:prSet presAssocID="{02FFC209-F143-4C18-9D6A-88AFC4A9E166}" presName="spaceRect" presStyleCnt="0"/>
      <dgm:spPr/>
    </dgm:pt>
    <dgm:pt modelId="{22679665-855E-4FB4-8230-9A3B6C9009B8}" type="pres">
      <dgm:prSet presAssocID="{02FFC209-F143-4C18-9D6A-88AFC4A9E166}" presName="textRect" presStyleLbl="revTx" presStyleIdx="3" presStyleCnt="6">
        <dgm:presLayoutVars>
          <dgm:chMax val="1"/>
          <dgm:chPref val="1"/>
        </dgm:presLayoutVars>
      </dgm:prSet>
      <dgm:spPr/>
    </dgm:pt>
    <dgm:pt modelId="{A46728F1-3AE9-4A4B-B3FD-99411A990DD5}" type="pres">
      <dgm:prSet presAssocID="{5F3FB15D-73B4-4BC9-A38C-3954D262A5C7}" presName="sibTrans" presStyleCnt="0"/>
      <dgm:spPr/>
    </dgm:pt>
    <dgm:pt modelId="{60C1B589-D815-4E93-963D-2467050C132D}" type="pres">
      <dgm:prSet presAssocID="{10D9FDBD-DED8-4921-A8D5-6B4F9C224102}" presName="compNode" presStyleCnt="0"/>
      <dgm:spPr/>
    </dgm:pt>
    <dgm:pt modelId="{C88961A1-4BA1-43A6-A2C8-A09ABC1C04F6}" type="pres">
      <dgm:prSet presAssocID="{10D9FDBD-DED8-4921-A8D5-6B4F9C224102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C06506A7-90D1-44F7-8231-5785B32CA0F8}" type="pres">
      <dgm:prSet presAssocID="{10D9FDBD-DED8-4921-A8D5-6B4F9C224102}" presName="spaceRect" presStyleCnt="0"/>
      <dgm:spPr/>
    </dgm:pt>
    <dgm:pt modelId="{C69679FE-3003-4E3D-BE4A-7595908AF7FA}" type="pres">
      <dgm:prSet presAssocID="{10D9FDBD-DED8-4921-A8D5-6B4F9C224102}" presName="textRect" presStyleLbl="revTx" presStyleIdx="4" presStyleCnt="6">
        <dgm:presLayoutVars>
          <dgm:chMax val="1"/>
          <dgm:chPref val="1"/>
        </dgm:presLayoutVars>
      </dgm:prSet>
      <dgm:spPr/>
    </dgm:pt>
    <dgm:pt modelId="{EC0FC53F-823F-422A-8244-62BC5FE8DDAB}" type="pres">
      <dgm:prSet presAssocID="{D0A0F4C2-3120-41F9-A896-BF359E668BE7}" presName="sibTrans" presStyleCnt="0"/>
      <dgm:spPr/>
    </dgm:pt>
    <dgm:pt modelId="{BBB2D920-A78E-44E6-90BA-C1ECC4E20438}" type="pres">
      <dgm:prSet presAssocID="{9C402941-35DA-4BDC-9023-962AD4441C27}" presName="compNode" presStyleCnt="0"/>
      <dgm:spPr/>
    </dgm:pt>
    <dgm:pt modelId="{6020AA5C-D5C8-4ED2-B6D8-40D129DC2332}" type="pres">
      <dgm:prSet presAssocID="{9C402941-35DA-4BDC-9023-962AD4441C27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thematics"/>
        </a:ext>
      </dgm:extLst>
    </dgm:pt>
    <dgm:pt modelId="{62CD76B9-EA29-4D3C-BB36-CADD521E8219}" type="pres">
      <dgm:prSet presAssocID="{9C402941-35DA-4BDC-9023-962AD4441C27}" presName="spaceRect" presStyleCnt="0"/>
      <dgm:spPr/>
    </dgm:pt>
    <dgm:pt modelId="{80A9ECB5-0B84-40EC-8026-EDC4E37792CA}" type="pres">
      <dgm:prSet presAssocID="{9C402941-35DA-4BDC-9023-962AD4441C27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648B0301-372B-4AE9-8287-E3F113F14621}" type="presOf" srcId="{02FFC209-F143-4C18-9D6A-88AFC4A9E166}" destId="{22679665-855E-4FB4-8230-9A3B6C9009B8}" srcOrd="0" destOrd="0" presId="urn:microsoft.com/office/officeart/2018/2/layout/IconLabelList"/>
    <dgm:cxn modelId="{5B8D2C14-014E-47B6-BBCF-9117746556B1}" srcId="{C9CAD219-976A-4F89-9AD4-B04EE772374F}" destId="{10D9FDBD-DED8-4921-A8D5-6B4F9C224102}" srcOrd="4" destOrd="0" parTransId="{6E0BACB8-461E-412C-B33C-5F64320399FD}" sibTransId="{D0A0F4C2-3120-41F9-A896-BF359E668BE7}"/>
    <dgm:cxn modelId="{BFF61117-EFDB-478C-A905-88D956A79118}" type="presOf" srcId="{9C402941-35DA-4BDC-9023-962AD4441C27}" destId="{80A9ECB5-0B84-40EC-8026-EDC4E37792CA}" srcOrd="0" destOrd="0" presId="urn:microsoft.com/office/officeart/2018/2/layout/IconLabelList"/>
    <dgm:cxn modelId="{9B8E7B45-D027-493F-8180-EF2CC8FBBC33}" srcId="{C9CAD219-976A-4F89-9AD4-B04EE772374F}" destId="{C57FF0C7-54BC-47F0-B6F3-90170AAFBF15}" srcOrd="0" destOrd="0" parTransId="{96F5FF58-FF21-4791-A8CA-FD3FD6D0E419}" sibTransId="{DD78134E-D865-416D-940B-4E2F758A7F4C}"/>
    <dgm:cxn modelId="{ED554876-D0A2-4F95-B18B-9B6F4B15BD23}" srcId="{C9CAD219-976A-4F89-9AD4-B04EE772374F}" destId="{E45703D2-1907-4E2B-B7B1-44D6CAF21E5C}" srcOrd="1" destOrd="0" parTransId="{5395E4F7-3A5B-46F7-9A79-D114969EEEAF}" sibTransId="{32EB6AD1-1D0C-4C16-AF70-E5246901C0F3}"/>
    <dgm:cxn modelId="{0F8C8C87-91E3-4FB2-BFCF-AEBE1234160D}" type="presOf" srcId="{C57FF0C7-54BC-47F0-B6F3-90170AAFBF15}" destId="{6A130148-EBCB-4014-A346-035D638143A3}" srcOrd="0" destOrd="0" presId="urn:microsoft.com/office/officeart/2018/2/layout/IconLabelList"/>
    <dgm:cxn modelId="{49D05989-D3AB-4B78-AEC7-61FCD163452B}" type="presOf" srcId="{D657BEBD-7D0C-4F87-B8D3-FD11F477C1B7}" destId="{D1170C98-AAD6-4648-B7DC-1D2C890054EB}" srcOrd="0" destOrd="0" presId="urn:microsoft.com/office/officeart/2018/2/layout/IconLabelList"/>
    <dgm:cxn modelId="{A81EE097-46D4-418B-B7A1-A98B031667C8}" srcId="{C9CAD219-976A-4F89-9AD4-B04EE772374F}" destId="{D657BEBD-7D0C-4F87-B8D3-FD11F477C1B7}" srcOrd="2" destOrd="0" parTransId="{055D9CB2-DEA7-4419-95C0-268BFC19BBFA}" sibTransId="{E647084A-57C9-4047-BF7E-B2DA18966117}"/>
    <dgm:cxn modelId="{1222F7A4-136D-4910-BAF4-0F0C4CFEA47E}" srcId="{C9CAD219-976A-4F89-9AD4-B04EE772374F}" destId="{9C402941-35DA-4BDC-9023-962AD4441C27}" srcOrd="5" destOrd="0" parTransId="{7338172D-4239-493E-AFE7-9251A38FC937}" sibTransId="{8E3C9E02-8561-45DB-B776-A9D46B42989D}"/>
    <dgm:cxn modelId="{69BAF5AA-9EFF-4C6E-94A9-D22A7A6C672D}" type="presOf" srcId="{E45703D2-1907-4E2B-B7B1-44D6CAF21E5C}" destId="{6E5C5D69-A300-4431-AE80-9E2C932F263D}" srcOrd="0" destOrd="0" presId="urn:microsoft.com/office/officeart/2018/2/layout/IconLabelList"/>
    <dgm:cxn modelId="{56EEBBB3-472D-49F4-A1B9-C5C421A994D3}" srcId="{C9CAD219-976A-4F89-9AD4-B04EE772374F}" destId="{02FFC209-F143-4C18-9D6A-88AFC4A9E166}" srcOrd="3" destOrd="0" parTransId="{4E1DC398-FFB8-44F9-AE61-C68A8FB3D2BC}" sibTransId="{5F3FB15D-73B4-4BC9-A38C-3954D262A5C7}"/>
    <dgm:cxn modelId="{866202C1-2816-4ADC-ACD9-B3A429155181}" type="presOf" srcId="{C9CAD219-976A-4F89-9AD4-B04EE772374F}" destId="{FEB36DF4-CA1A-4069-A5C1-BD406DEAF1DC}" srcOrd="0" destOrd="0" presId="urn:microsoft.com/office/officeart/2018/2/layout/IconLabelList"/>
    <dgm:cxn modelId="{10A16FCD-0938-400B-8CA5-25DAC20BBB9E}" type="presOf" srcId="{10D9FDBD-DED8-4921-A8D5-6B4F9C224102}" destId="{C69679FE-3003-4E3D-BE4A-7595908AF7FA}" srcOrd="0" destOrd="0" presId="urn:microsoft.com/office/officeart/2018/2/layout/IconLabelList"/>
    <dgm:cxn modelId="{E2113281-D968-4AA2-8D61-D95876375E2D}" type="presParOf" srcId="{FEB36DF4-CA1A-4069-A5C1-BD406DEAF1DC}" destId="{7C5272F4-A0C9-467B-B140-F348C02C7AAA}" srcOrd="0" destOrd="0" presId="urn:microsoft.com/office/officeart/2018/2/layout/IconLabelList"/>
    <dgm:cxn modelId="{33F75B1A-76CF-4B4C-AA4A-1537E07E35B4}" type="presParOf" srcId="{7C5272F4-A0C9-467B-B140-F348C02C7AAA}" destId="{9F1C73F9-BB43-4E78-A0E7-59143C298C1D}" srcOrd="0" destOrd="0" presId="urn:microsoft.com/office/officeart/2018/2/layout/IconLabelList"/>
    <dgm:cxn modelId="{93229B3D-F7D7-4771-8B94-9840386D5525}" type="presParOf" srcId="{7C5272F4-A0C9-467B-B140-F348C02C7AAA}" destId="{E0ED9997-8BAA-4871-A676-B2B643A69A25}" srcOrd="1" destOrd="0" presId="urn:microsoft.com/office/officeart/2018/2/layout/IconLabelList"/>
    <dgm:cxn modelId="{12237340-A360-4D48-8923-3808C3AC69B5}" type="presParOf" srcId="{7C5272F4-A0C9-467B-B140-F348C02C7AAA}" destId="{6A130148-EBCB-4014-A346-035D638143A3}" srcOrd="2" destOrd="0" presId="urn:microsoft.com/office/officeart/2018/2/layout/IconLabelList"/>
    <dgm:cxn modelId="{42E88A5B-789D-409E-9689-23358FAC1809}" type="presParOf" srcId="{FEB36DF4-CA1A-4069-A5C1-BD406DEAF1DC}" destId="{D9DCD616-F68F-4616-903B-50D0FB8AD933}" srcOrd="1" destOrd="0" presId="urn:microsoft.com/office/officeart/2018/2/layout/IconLabelList"/>
    <dgm:cxn modelId="{95F3C1F1-912B-4B48-A072-6CBB712A245C}" type="presParOf" srcId="{FEB36DF4-CA1A-4069-A5C1-BD406DEAF1DC}" destId="{5DEF91BA-1EBC-4213-8896-E9AF01FF2755}" srcOrd="2" destOrd="0" presId="urn:microsoft.com/office/officeart/2018/2/layout/IconLabelList"/>
    <dgm:cxn modelId="{3AEBEAEC-2227-4FBB-BEAC-A6F5F5E84F46}" type="presParOf" srcId="{5DEF91BA-1EBC-4213-8896-E9AF01FF2755}" destId="{03A35D4D-892E-4F9A-8CF0-67873FD12233}" srcOrd="0" destOrd="0" presId="urn:microsoft.com/office/officeart/2018/2/layout/IconLabelList"/>
    <dgm:cxn modelId="{707C6084-8FAF-4B15-A29C-EB62EACD2437}" type="presParOf" srcId="{5DEF91BA-1EBC-4213-8896-E9AF01FF2755}" destId="{96ED7CF6-530F-40AB-B2F5-0041ED1BECD5}" srcOrd="1" destOrd="0" presId="urn:microsoft.com/office/officeart/2018/2/layout/IconLabelList"/>
    <dgm:cxn modelId="{2AE8521B-1922-4083-9023-B8B6187090F1}" type="presParOf" srcId="{5DEF91BA-1EBC-4213-8896-E9AF01FF2755}" destId="{6E5C5D69-A300-4431-AE80-9E2C932F263D}" srcOrd="2" destOrd="0" presId="urn:microsoft.com/office/officeart/2018/2/layout/IconLabelList"/>
    <dgm:cxn modelId="{EB15327F-7C4A-47E5-AEFD-52EB3DDD11B0}" type="presParOf" srcId="{FEB36DF4-CA1A-4069-A5C1-BD406DEAF1DC}" destId="{0A282030-B995-4D74-AA9E-5487EDD50771}" srcOrd="3" destOrd="0" presId="urn:microsoft.com/office/officeart/2018/2/layout/IconLabelList"/>
    <dgm:cxn modelId="{110FFF76-B0D4-4C81-A59F-A1A4613D2050}" type="presParOf" srcId="{FEB36DF4-CA1A-4069-A5C1-BD406DEAF1DC}" destId="{36DA98C3-DC64-47F1-BFFC-C162698FAD4A}" srcOrd="4" destOrd="0" presId="urn:microsoft.com/office/officeart/2018/2/layout/IconLabelList"/>
    <dgm:cxn modelId="{BB9D2A84-0B2F-4212-8A4B-1BA39DE1C5D3}" type="presParOf" srcId="{36DA98C3-DC64-47F1-BFFC-C162698FAD4A}" destId="{36D6C53B-A7AC-492B-B18D-2A643575DDF5}" srcOrd="0" destOrd="0" presId="urn:microsoft.com/office/officeart/2018/2/layout/IconLabelList"/>
    <dgm:cxn modelId="{1B6F0C2A-1249-4E7B-9805-97C6CF81A058}" type="presParOf" srcId="{36DA98C3-DC64-47F1-BFFC-C162698FAD4A}" destId="{398DA1D4-05BD-4E55-81BE-C000F76808B2}" srcOrd="1" destOrd="0" presId="urn:microsoft.com/office/officeart/2018/2/layout/IconLabelList"/>
    <dgm:cxn modelId="{56E757E9-9855-44C6-84B5-8B083837EECA}" type="presParOf" srcId="{36DA98C3-DC64-47F1-BFFC-C162698FAD4A}" destId="{D1170C98-AAD6-4648-B7DC-1D2C890054EB}" srcOrd="2" destOrd="0" presId="urn:microsoft.com/office/officeart/2018/2/layout/IconLabelList"/>
    <dgm:cxn modelId="{0B846D93-3E15-4490-AB02-F01A91B5952A}" type="presParOf" srcId="{FEB36DF4-CA1A-4069-A5C1-BD406DEAF1DC}" destId="{77A45C27-491B-40C5-A72D-2A8A7CF50D06}" srcOrd="5" destOrd="0" presId="urn:microsoft.com/office/officeart/2018/2/layout/IconLabelList"/>
    <dgm:cxn modelId="{501229B8-7CD5-4C7E-81AF-CD8A0AF87891}" type="presParOf" srcId="{FEB36DF4-CA1A-4069-A5C1-BD406DEAF1DC}" destId="{61FA454F-EF42-42C1-B293-A5DF304279D1}" srcOrd="6" destOrd="0" presId="urn:microsoft.com/office/officeart/2018/2/layout/IconLabelList"/>
    <dgm:cxn modelId="{232A308D-ADD9-4D9A-B0EF-32A5AF014EC9}" type="presParOf" srcId="{61FA454F-EF42-42C1-B293-A5DF304279D1}" destId="{4E25242E-69CF-4771-8BFA-6C13DE696113}" srcOrd="0" destOrd="0" presId="urn:microsoft.com/office/officeart/2018/2/layout/IconLabelList"/>
    <dgm:cxn modelId="{40480627-326B-4B99-85A2-5B279A1826CE}" type="presParOf" srcId="{61FA454F-EF42-42C1-B293-A5DF304279D1}" destId="{A5A37FA0-2A1C-4AC0-90FA-31D3799A2B82}" srcOrd="1" destOrd="0" presId="urn:microsoft.com/office/officeart/2018/2/layout/IconLabelList"/>
    <dgm:cxn modelId="{1D6AAB15-E399-4AC1-AC37-13B0303B9777}" type="presParOf" srcId="{61FA454F-EF42-42C1-B293-A5DF304279D1}" destId="{22679665-855E-4FB4-8230-9A3B6C9009B8}" srcOrd="2" destOrd="0" presId="urn:microsoft.com/office/officeart/2018/2/layout/IconLabelList"/>
    <dgm:cxn modelId="{F7C54308-4A08-474C-A10F-6A40D8C23C1F}" type="presParOf" srcId="{FEB36DF4-CA1A-4069-A5C1-BD406DEAF1DC}" destId="{A46728F1-3AE9-4A4B-B3FD-99411A990DD5}" srcOrd="7" destOrd="0" presId="urn:microsoft.com/office/officeart/2018/2/layout/IconLabelList"/>
    <dgm:cxn modelId="{96DBA81F-0453-4EA2-B84E-850159D1B9EE}" type="presParOf" srcId="{FEB36DF4-CA1A-4069-A5C1-BD406DEAF1DC}" destId="{60C1B589-D815-4E93-963D-2467050C132D}" srcOrd="8" destOrd="0" presId="urn:microsoft.com/office/officeart/2018/2/layout/IconLabelList"/>
    <dgm:cxn modelId="{BDF6A55C-D6D0-462A-A159-6B1FA3F9482D}" type="presParOf" srcId="{60C1B589-D815-4E93-963D-2467050C132D}" destId="{C88961A1-4BA1-43A6-A2C8-A09ABC1C04F6}" srcOrd="0" destOrd="0" presId="urn:microsoft.com/office/officeart/2018/2/layout/IconLabelList"/>
    <dgm:cxn modelId="{EF7AFA09-B9E1-4518-8F63-E1AF3CD51A7C}" type="presParOf" srcId="{60C1B589-D815-4E93-963D-2467050C132D}" destId="{C06506A7-90D1-44F7-8231-5785B32CA0F8}" srcOrd="1" destOrd="0" presId="urn:microsoft.com/office/officeart/2018/2/layout/IconLabelList"/>
    <dgm:cxn modelId="{D3963DE4-192A-44FD-9A35-CC27DD073851}" type="presParOf" srcId="{60C1B589-D815-4E93-963D-2467050C132D}" destId="{C69679FE-3003-4E3D-BE4A-7595908AF7FA}" srcOrd="2" destOrd="0" presId="urn:microsoft.com/office/officeart/2018/2/layout/IconLabelList"/>
    <dgm:cxn modelId="{FC70E20F-986A-4C88-8709-C7329EDC744D}" type="presParOf" srcId="{FEB36DF4-CA1A-4069-A5C1-BD406DEAF1DC}" destId="{EC0FC53F-823F-422A-8244-62BC5FE8DDAB}" srcOrd="9" destOrd="0" presId="urn:microsoft.com/office/officeart/2018/2/layout/IconLabelList"/>
    <dgm:cxn modelId="{B5C75A08-9642-49CD-8A6C-27ECA73A6022}" type="presParOf" srcId="{FEB36DF4-CA1A-4069-A5C1-BD406DEAF1DC}" destId="{BBB2D920-A78E-44E6-90BA-C1ECC4E20438}" srcOrd="10" destOrd="0" presId="urn:microsoft.com/office/officeart/2018/2/layout/IconLabelList"/>
    <dgm:cxn modelId="{F89BFD18-B1ED-4EDA-A756-FED1FF4E2951}" type="presParOf" srcId="{BBB2D920-A78E-44E6-90BA-C1ECC4E20438}" destId="{6020AA5C-D5C8-4ED2-B6D8-40D129DC2332}" srcOrd="0" destOrd="0" presId="urn:microsoft.com/office/officeart/2018/2/layout/IconLabelList"/>
    <dgm:cxn modelId="{26370C9B-53DC-4310-8396-3E8A6250C142}" type="presParOf" srcId="{BBB2D920-A78E-44E6-90BA-C1ECC4E20438}" destId="{62CD76B9-EA29-4D3C-BB36-CADD521E8219}" srcOrd="1" destOrd="0" presId="urn:microsoft.com/office/officeart/2018/2/layout/IconLabelList"/>
    <dgm:cxn modelId="{C6CC843D-A893-4C93-96BE-1D29E7A230CD}" type="presParOf" srcId="{BBB2D920-A78E-44E6-90BA-C1ECC4E20438}" destId="{80A9ECB5-0B84-40EC-8026-EDC4E37792C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4226C78-E5EB-4682-8A2F-F8F9B0D326F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CE56AA3-CE54-4833-8D24-1A36EEAD3F5C}">
      <dgm:prSet/>
      <dgm:spPr/>
      <dgm:t>
        <a:bodyPr/>
        <a:lstStyle/>
        <a:p>
          <a:r>
            <a:rPr lang="en-US"/>
            <a:t>- Install dependencies via pip and conda:</a:t>
          </a:r>
        </a:p>
      </dgm:t>
    </dgm:pt>
    <dgm:pt modelId="{6E39D8DC-35CE-437A-A098-2F57ABE698E2}" type="parTrans" cxnId="{4CE59458-9230-4AE2-B1C0-181CAB296F14}">
      <dgm:prSet/>
      <dgm:spPr/>
      <dgm:t>
        <a:bodyPr/>
        <a:lstStyle/>
        <a:p>
          <a:endParaRPr lang="en-US"/>
        </a:p>
      </dgm:t>
    </dgm:pt>
    <dgm:pt modelId="{F2AD1EC1-7094-40DB-9E4C-AACC4855509C}" type="sibTrans" cxnId="{4CE59458-9230-4AE2-B1C0-181CAB296F14}">
      <dgm:prSet/>
      <dgm:spPr/>
      <dgm:t>
        <a:bodyPr/>
        <a:lstStyle/>
        <a:p>
          <a:endParaRPr lang="en-US"/>
        </a:p>
      </dgm:t>
    </dgm:pt>
    <dgm:pt modelId="{8112130C-B5C7-444E-9A9C-5471310B3D45}">
      <dgm:prSet/>
      <dgm:spPr/>
      <dgm:t>
        <a:bodyPr/>
        <a:lstStyle/>
        <a:p>
          <a:r>
            <a:rPr lang="en-US"/>
            <a:t>OpenCV: pip install opencv-python</a:t>
          </a:r>
        </a:p>
      </dgm:t>
    </dgm:pt>
    <dgm:pt modelId="{29735B3F-3928-479E-80A0-2EAF83C11262}" type="parTrans" cxnId="{A2D8BD4A-3F48-4873-9C69-578522810851}">
      <dgm:prSet/>
      <dgm:spPr/>
      <dgm:t>
        <a:bodyPr/>
        <a:lstStyle/>
        <a:p>
          <a:endParaRPr lang="en-US"/>
        </a:p>
      </dgm:t>
    </dgm:pt>
    <dgm:pt modelId="{15F141F7-550D-4B3A-AD57-A4A030E9221A}" type="sibTrans" cxnId="{A2D8BD4A-3F48-4873-9C69-578522810851}">
      <dgm:prSet/>
      <dgm:spPr/>
      <dgm:t>
        <a:bodyPr/>
        <a:lstStyle/>
        <a:p>
          <a:endParaRPr lang="en-US"/>
        </a:p>
      </dgm:t>
    </dgm:pt>
    <dgm:pt modelId="{12174114-05EE-4C1F-880E-6E919B878E7C}">
      <dgm:prSet/>
      <dgm:spPr/>
      <dgm:t>
        <a:bodyPr/>
        <a:lstStyle/>
        <a:p>
          <a:r>
            <a:rPr lang="en-US"/>
            <a:t>Dlib: pip install dlib</a:t>
          </a:r>
        </a:p>
      </dgm:t>
    </dgm:pt>
    <dgm:pt modelId="{D4D7B55D-793D-4C31-8924-03359DAC4742}" type="parTrans" cxnId="{E15D48B3-D889-4CA7-9843-E3F34C903CC2}">
      <dgm:prSet/>
      <dgm:spPr/>
      <dgm:t>
        <a:bodyPr/>
        <a:lstStyle/>
        <a:p>
          <a:endParaRPr lang="en-US"/>
        </a:p>
      </dgm:t>
    </dgm:pt>
    <dgm:pt modelId="{42F6210E-BE6C-4A6D-90C8-5BB9AC354B62}" type="sibTrans" cxnId="{E15D48B3-D889-4CA7-9843-E3F34C903CC2}">
      <dgm:prSet/>
      <dgm:spPr/>
      <dgm:t>
        <a:bodyPr/>
        <a:lstStyle/>
        <a:p>
          <a:endParaRPr lang="en-US"/>
        </a:p>
      </dgm:t>
    </dgm:pt>
    <dgm:pt modelId="{FDB023F5-1CB0-4927-B621-E181501C35D4}">
      <dgm:prSet/>
      <dgm:spPr/>
      <dgm:t>
        <a:bodyPr/>
        <a:lstStyle/>
        <a:p>
          <a:r>
            <a:rPr lang="en-US"/>
            <a:t>OpenFace:</a:t>
          </a:r>
        </a:p>
      </dgm:t>
    </dgm:pt>
    <dgm:pt modelId="{06E9D27B-6BC6-4D29-8F9F-C386D8500E37}" type="parTrans" cxnId="{66DCE8D8-0196-4105-B426-1B64A79DEDA4}">
      <dgm:prSet/>
      <dgm:spPr/>
      <dgm:t>
        <a:bodyPr/>
        <a:lstStyle/>
        <a:p>
          <a:endParaRPr lang="en-US"/>
        </a:p>
      </dgm:t>
    </dgm:pt>
    <dgm:pt modelId="{9299C297-1577-4382-8EBE-497519511430}" type="sibTrans" cxnId="{66DCE8D8-0196-4105-B426-1B64A79DEDA4}">
      <dgm:prSet/>
      <dgm:spPr/>
      <dgm:t>
        <a:bodyPr/>
        <a:lstStyle/>
        <a:p>
          <a:endParaRPr lang="en-US"/>
        </a:p>
      </dgm:t>
    </dgm:pt>
    <dgm:pt modelId="{466114B7-3FB7-4B86-9B80-B2BB275DC814}">
      <dgm:prSet/>
      <dgm:spPr/>
      <dgm:t>
        <a:bodyPr/>
        <a:lstStyle/>
        <a:p>
          <a:r>
            <a:rPr lang="en-US"/>
            <a:t>git clone https://github.com/cmusatyalab/openface.git</a:t>
          </a:r>
        </a:p>
      </dgm:t>
    </dgm:pt>
    <dgm:pt modelId="{8DD9C1F6-D483-476E-BB9B-E43BC07E41B5}" type="parTrans" cxnId="{2E299A3B-6172-4763-88D7-CF7E4FF01D64}">
      <dgm:prSet/>
      <dgm:spPr/>
      <dgm:t>
        <a:bodyPr/>
        <a:lstStyle/>
        <a:p>
          <a:endParaRPr lang="en-US"/>
        </a:p>
      </dgm:t>
    </dgm:pt>
    <dgm:pt modelId="{1E369405-A1EA-453E-8544-AEFA93FFDC51}" type="sibTrans" cxnId="{2E299A3B-6172-4763-88D7-CF7E4FF01D64}">
      <dgm:prSet/>
      <dgm:spPr/>
      <dgm:t>
        <a:bodyPr/>
        <a:lstStyle/>
        <a:p>
          <a:endParaRPr lang="en-US"/>
        </a:p>
      </dgm:t>
    </dgm:pt>
    <dgm:pt modelId="{6EA9D857-893A-4FD9-AB7D-9CDE05087EC3}">
      <dgm:prSet/>
      <dgm:spPr/>
      <dgm:t>
        <a:bodyPr/>
        <a:lstStyle/>
        <a:p>
          <a:r>
            <a:rPr lang="en-US"/>
            <a:t>cd openface</a:t>
          </a:r>
        </a:p>
      </dgm:t>
    </dgm:pt>
    <dgm:pt modelId="{2EB4A479-ECD6-4529-AF35-1DD6669E64E4}" type="parTrans" cxnId="{B7CE82F6-165F-4E2A-A8D4-CC10985B08CC}">
      <dgm:prSet/>
      <dgm:spPr/>
      <dgm:t>
        <a:bodyPr/>
        <a:lstStyle/>
        <a:p>
          <a:endParaRPr lang="en-US"/>
        </a:p>
      </dgm:t>
    </dgm:pt>
    <dgm:pt modelId="{EF9D560C-9312-4A53-B44C-276B7DE95C91}" type="sibTrans" cxnId="{B7CE82F6-165F-4E2A-A8D4-CC10985B08CC}">
      <dgm:prSet/>
      <dgm:spPr/>
      <dgm:t>
        <a:bodyPr/>
        <a:lstStyle/>
        <a:p>
          <a:endParaRPr lang="en-US"/>
        </a:p>
      </dgm:t>
    </dgm:pt>
    <dgm:pt modelId="{86EA21C8-1A8C-45A0-996C-1B9A3A5F799B}">
      <dgm:prSet/>
      <dgm:spPr/>
      <dgm:t>
        <a:bodyPr/>
        <a:lstStyle/>
        <a:p>
          <a:r>
            <a:rPr lang="en-US"/>
            <a:t>pip install -r requirements.txt</a:t>
          </a:r>
        </a:p>
      </dgm:t>
    </dgm:pt>
    <dgm:pt modelId="{E17DDA2E-6586-489C-90C1-4AF113A8C9F1}" type="parTrans" cxnId="{ADEB757E-A580-4D21-B304-6E429A1AD0F2}">
      <dgm:prSet/>
      <dgm:spPr/>
      <dgm:t>
        <a:bodyPr/>
        <a:lstStyle/>
        <a:p>
          <a:endParaRPr lang="en-US"/>
        </a:p>
      </dgm:t>
    </dgm:pt>
    <dgm:pt modelId="{685D8F44-75F1-4A9E-9895-FD8246220417}" type="sibTrans" cxnId="{ADEB757E-A580-4D21-B304-6E429A1AD0F2}">
      <dgm:prSet/>
      <dgm:spPr/>
      <dgm:t>
        <a:bodyPr/>
        <a:lstStyle/>
        <a:p>
          <a:endParaRPr lang="en-US"/>
        </a:p>
      </dgm:t>
    </dgm:pt>
    <dgm:pt modelId="{0D5845A0-2374-4828-8A28-8E3D9047DBED}">
      <dgm:prSet/>
      <dgm:spPr/>
      <dgm:t>
        <a:bodyPr/>
        <a:lstStyle/>
        <a:p>
          <a:r>
            <a:rPr lang="en-US"/>
            <a:t>Scikit-learn: pip install scikit-learn</a:t>
          </a:r>
        </a:p>
      </dgm:t>
    </dgm:pt>
    <dgm:pt modelId="{98A98261-4055-4573-9A08-BC8DE18871B9}" type="parTrans" cxnId="{8F2CFCAD-B798-4C87-891A-9A420737E564}">
      <dgm:prSet/>
      <dgm:spPr/>
      <dgm:t>
        <a:bodyPr/>
        <a:lstStyle/>
        <a:p>
          <a:endParaRPr lang="en-US"/>
        </a:p>
      </dgm:t>
    </dgm:pt>
    <dgm:pt modelId="{DDDB9E87-5CBA-437F-B9A4-BD7B6F6CCCB6}" type="sibTrans" cxnId="{8F2CFCAD-B798-4C87-891A-9A420737E564}">
      <dgm:prSet/>
      <dgm:spPr/>
      <dgm:t>
        <a:bodyPr/>
        <a:lstStyle/>
        <a:p>
          <a:endParaRPr lang="en-US"/>
        </a:p>
      </dgm:t>
    </dgm:pt>
    <dgm:pt modelId="{8AF365BD-70F8-4F2F-B0DA-9D2FE9D80B5E}">
      <dgm:prSet/>
      <dgm:spPr/>
      <dgm:t>
        <a:bodyPr/>
        <a:lstStyle/>
        <a:p>
          <a:r>
            <a:rPr lang="en-US"/>
            <a:t>PyTorch: pip install torch torchvision</a:t>
          </a:r>
        </a:p>
      </dgm:t>
    </dgm:pt>
    <dgm:pt modelId="{EF55A0D7-0C44-4E03-92D4-076E13FDC577}" type="parTrans" cxnId="{530690C6-CDE6-47A9-A553-600DDEA3276F}">
      <dgm:prSet/>
      <dgm:spPr/>
      <dgm:t>
        <a:bodyPr/>
        <a:lstStyle/>
        <a:p>
          <a:endParaRPr lang="en-US"/>
        </a:p>
      </dgm:t>
    </dgm:pt>
    <dgm:pt modelId="{DDCC8715-7192-48E5-9F22-1CDE8120FC8E}" type="sibTrans" cxnId="{530690C6-CDE6-47A9-A553-600DDEA3276F}">
      <dgm:prSet/>
      <dgm:spPr/>
      <dgm:t>
        <a:bodyPr/>
        <a:lstStyle/>
        <a:p>
          <a:endParaRPr lang="en-US"/>
        </a:p>
      </dgm:t>
    </dgm:pt>
    <dgm:pt modelId="{ADAE2093-8434-4FCF-B89B-175909078387}" type="pres">
      <dgm:prSet presAssocID="{24226C78-E5EB-4682-8A2F-F8F9B0D326F9}" presName="Name0" presStyleCnt="0">
        <dgm:presLayoutVars>
          <dgm:dir/>
          <dgm:resizeHandles val="exact"/>
        </dgm:presLayoutVars>
      </dgm:prSet>
      <dgm:spPr/>
    </dgm:pt>
    <dgm:pt modelId="{B0E7D707-EEB5-4F55-A6CF-DD64E82E9FD4}" type="pres">
      <dgm:prSet presAssocID="{0CE56AA3-CE54-4833-8D24-1A36EEAD3F5C}" presName="node" presStyleLbl="node1" presStyleIdx="0" presStyleCnt="9">
        <dgm:presLayoutVars>
          <dgm:bulletEnabled val="1"/>
        </dgm:presLayoutVars>
      </dgm:prSet>
      <dgm:spPr/>
    </dgm:pt>
    <dgm:pt modelId="{60401627-A863-42EA-B8B5-13ED0E61B491}" type="pres">
      <dgm:prSet presAssocID="{F2AD1EC1-7094-40DB-9E4C-AACC4855509C}" presName="sibTrans" presStyleLbl="sibTrans1D1" presStyleIdx="0" presStyleCnt="8"/>
      <dgm:spPr/>
    </dgm:pt>
    <dgm:pt modelId="{2FA77494-F1A3-4281-8629-A560A0EE3F79}" type="pres">
      <dgm:prSet presAssocID="{F2AD1EC1-7094-40DB-9E4C-AACC4855509C}" presName="connectorText" presStyleLbl="sibTrans1D1" presStyleIdx="0" presStyleCnt="8"/>
      <dgm:spPr/>
    </dgm:pt>
    <dgm:pt modelId="{4C661E37-818F-4538-914A-0C7D1AE7FB82}" type="pres">
      <dgm:prSet presAssocID="{8112130C-B5C7-444E-9A9C-5471310B3D45}" presName="node" presStyleLbl="node1" presStyleIdx="1" presStyleCnt="9">
        <dgm:presLayoutVars>
          <dgm:bulletEnabled val="1"/>
        </dgm:presLayoutVars>
      </dgm:prSet>
      <dgm:spPr/>
    </dgm:pt>
    <dgm:pt modelId="{DD21110E-1CF5-40D6-8A35-EC5D03792FC5}" type="pres">
      <dgm:prSet presAssocID="{15F141F7-550D-4B3A-AD57-A4A030E9221A}" presName="sibTrans" presStyleLbl="sibTrans1D1" presStyleIdx="1" presStyleCnt="8"/>
      <dgm:spPr/>
    </dgm:pt>
    <dgm:pt modelId="{509B7692-AB4B-4576-930F-CBFFFBC7F6D5}" type="pres">
      <dgm:prSet presAssocID="{15F141F7-550D-4B3A-AD57-A4A030E9221A}" presName="connectorText" presStyleLbl="sibTrans1D1" presStyleIdx="1" presStyleCnt="8"/>
      <dgm:spPr/>
    </dgm:pt>
    <dgm:pt modelId="{EF0CD650-F103-4C69-9DDA-C8F6D3F03AFD}" type="pres">
      <dgm:prSet presAssocID="{12174114-05EE-4C1F-880E-6E919B878E7C}" presName="node" presStyleLbl="node1" presStyleIdx="2" presStyleCnt="9">
        <dgm:presLayoutVars>
          <dgm:bulletEnabled val="1"/>
        </dgm:presLayoutVars>
      </dgm:prSet>
      <dgm:spPr/>
    </dgm:pt>
    <dgm:pt modelId="{66B5A89B-BACB-4983-8598-64E7A6F3C46D}" type="pres">
      <dgm:prSet presAssocID="{42F6210E-BE6C-4A6D-90C8-5BB9AC354B62}" presName="sibTrans" presStyleLbl="sibTrans1D1" presStyleIdx="2" presStyleCnt="8"/>
      <dgm:spPr/>
    </dgm:pt>
    <dgm:pt modelId="{8BA11945-2295-4F55-AE76-7CB37948377F}" type="pres">
      <dgm:prSet presAssocID="{42F6210E-BE6C-4A6D-90C8-5BB9AC354B62}" presName="connectorText" presStyleLbl="sibTrans1D1" presStyleIdx="2" presStyleCnt="8"/>
      <dgm:spPr/>
    </dgm:pt>
    <dgm:pt modelId="{0E657ED5-BB87-4681-8DC4-DAB1CA4C8218}" type="pres">
      <dgm:prSet presAssocID="{FDB023F5-1CB0-4927-B621-E181501C35D4}" presName="node" presStyleLbl="node1" presStyleIdx="3" presStyleCnt="9">
        <dgm:presLayoutVars>
          <dgm:bulletEnabled val="1"/>
        </dgm:presLayoutVars>
      </dgm:prSet>
      <dgm:spPr/>
    </dgm:pt>
    <dgm:pt modelId="{FAB8F197-B4D2-4CEF-8277-163970DE8868}" type="pres">
      <dgm:prSet presAssocID="{9299C297-1577-4382-8EBE-497519511430}" presName="sibTrans" presStyleLbl="sibTrans1D1" presStyleIdx="3" presStyleCnt="8"/>
      <dgm:spPr/>
    </dgm:pt>
    <dgm:pt modelId="{156A829A-4E3A-4AAF-A030-6268E9DE57A8}" type="pres">
      <dgm:prSet presAssocID="{9299C297-1577-4382-8EBE-497519511430}" presName="connectorText" presStyleLbl="sibTrans1D1" presStyleIdx="3" presStyleCnt="8"/>
      <dgm:spPr/>
    </dgm:pt>
    <dgm:pt modelId="{C14CB553-83C3-4C62-9B5F-0DC843B8B1DB}" type="pres">
      <dgm:prSet presAssocID="{466114B7-3FB7-4B86-9B80-B2BB275DC814}" presName="node" presStyleLbl="node1" presStyleIdx="4" presStyleCnt="9">
        <dgm:presLayoutVars>
          <dgm:bulletEnabled val="1"/>
        </dgm:presLayoutVars>
      </dgm:prSet>
      <dgm:spPr/>
    </dgm:pt>
    <dgm:pt modelId="{9965CDBA-4FC1-4EE5-BC4C-AB729CE78F4C}" type="pres">
      <dgm:prSet presAssocID="{1E369405-A1EA-453E-8544-AEFA93FFDC51}" presName="sibTrans" presStyleLbl="sibTrans1D1" presStyleIdx="4" presStyleCnt="8"/>
      <dgm:spPr/>
    </dgm:pt>
    <dgm:pt modelId="{6A99A0C0-FCE5-4D76-86F5-06C6464C86A2}" type="pres">
      <dgm:prSet presAssocID="{1E369405-A1EA-453E-8544-AEFA93FFDC51}" presName="connectorText" presStyleLbl="sibTrans1D1" presStyleIdx="4" presStyleCnt="8"/>
      <dgm:spPr/>
    </dgm:pt>
    <dgm:pt modelId="{E1965581-2F03-4407-90A5-FB566CB457B2}" type="pres">
      <dgm:prSet presAssocID="{6EA9D857-893A-4FD9-AB7D-9CDE05087EC3}" presName="node" presStyleLbl="node1" presStyleIdx="5" presStyleCnt="9">
        <dgm:presLayoutVars>
          <dgm:bulletEnabled val="1"/>
        </dgm:presLayoutVars>
      </dgm:prSet>
      <dgm:spPr/>
    </dgm:pt>
    <dgm:pt modelId="{66D7AA80-B07C-4712-B821-F17CDE178F7D}" type="pres">
      <dgm:prSet presAssocID="{EF9D560C-9312-4A53-B44C-276B7DE95C91}" presName="sibTrans" presStyleLbl="sibTrans1D1" presStyleIdx="5" presStyleCnt="8"/>
      <dgm:spPr/>
    </dgm:pt>
    <dgm:pt modelId="{195527EC-0787-4F79-AE8C-0DB69A530317}" type="pres">
      <dgm:prSet presAssocID="{EF9D560C-9312-4A53-B44C-276B7DE95C91}" presName="connectorText" presStyleLbl="sibTrans1D1" presStyleIdx="5" presStyleCnt="8"/>
      <dgm:spPr/>
    </dgm:pt>
    <dgm:pt modelId="{C3FEBCA1-6454-43A2-8D60-5E6994BF31E8}" type="pres">
      <dgm:prSet presAssocID="{86EA21C8-1A8C-45A0-996C-1B9A3A5F799B}" presName="node" presStyleLbl="node1" presStyleIdx="6" presStyleCnt="9">
        <dgm:presLayoutVars>
          <dgm:bulletEnabled val="1"/>
        </dgm:presLayoutVars>
      </dgm:prSet>
      <dgm:spPr/>
    </dgm:pt>
    <dgm:pt modelId="{22379AA3-2AF3-4DB8-9902-A0C45D843089}" type="pres">
      <dgm:prSet presAssocID="{685D8F44-75F1-4A9E-9895-FD8246220417}" presName="sibTrans" presStyleLbl="sibTrans1D1" presStyleIdx="6" presStyleCnt="8"/>
      <dgm:spPr/>
    </dgm:pt>
    <dgm:pt modelId="{B2758CCC-FEA1-47A4-B2D2-AD2BDC477D5B}" type="pres">
      <dgm:prSet presAssocID="{685D8F44-75F1-4A9E-9895-FD8246220417}" presName="connectorText" presStyleLbl="sibTrans1D1" presStyleIdx="6" presStyleCnt="8"/>
      <dgm:spPr/>
    </dgm:pt>
    <dgm:pt modelId="{9A95F7FC-068D-434B-944A-810415F519D3}" type="pres">
      <dgm:prSet presAssocID="{0D5845A0-2374-4828-8A28-8E3D9047DBED}" presName="node" presStyleLbl="node1" presStyleIdx="7" presStyleCnt="9">
        <dgm:presLayoutVars>
          <dgm:bulletEnabled val="1"/>
        </dgm:presLayoutVars>
      </dgm:prSet>
      <dgm:spPr/>
    </dgm:pt>
    <dgm:pt modelId="{058FDBC6-14A1-46EC-98FA-BACF6B0681C7}" type="pres">
      <dgm:prSet presAssocID="{DDDB9E87-5CBA-437F-B9A4-BD7B6F6CCCB6}" presName="sibTrans" presStyleLbl="sibTrans1D1" presStyleIdx="7" presStyleCnt="8"/>
      <dgm:spPr/>
    </dgm:pt>
    <dgm:pt modelId="{12711CCB-1FEA-48A5-BC86-5DB875B66DD5}" type="pres">
      <dgm:prSet presAssocID="{DDDB9E87-5CBA-437F-B9A4-BD7B6F6CCCB6}" presName="connectorText" presStyleLbl="sibTrans1D1" presStyleIdx="7" presStyleCnt="8"/>
      <dgm:spPr/>
    </dgm:pt>
    <dgm:pt modelId="{3688A05D-727D-46A9-9340-106073250AEE}" type="pres">
      <dgm:prSet presAssocID="{8AF365BD-70F8-4F2F-B0DA-9D2FE9D80B5E}" presName="node" presStyleLbl="node1" presStyleIdx="8" presStyleCnt="9">
        <dgm:presLayoutVars>
          <dgm:bulletEnabled val="1"/>
        </dgm:presLayoutVars>
      </dgm:prSet>
      <dgm:spPr/>
    </dgm:pt>
  </dgm:ptLst>
  <dgm:cxnLst>
    <dgm:cxn modelId="{88BB430A-74C6-45B7-882A-652F81AE6051}" type="presOf" srcId="{8AF365BD-70F8-4F2F-B0DA-9D2FE9D80B5E}" destId="{3688A05D-727D-46A9-9340-106073250AEE}" srcOrd="0" destOrd="0" presId="urn:microsoft.com/office/officeart/2016/7/layout/RepeatingBendingProcessNew"/>
    <dgm:cxn modelId="{CAAC1213-70E7-4F06-8B97-DB9C10CB9F09}" type="presOf" srcId="{15F141F7-550D-4B3A-AD57-A4A030E9221A}" destId="{509B7692-AB4B-4576-930F-CBFFFBC7F6D5}" srcOrd="1" destOrd="0" presId="urn:microsoft.com/office/officeart/2016/7/layout/RepeatingBendingProcessNew"/>
    <dgm:cxn modelId="{076D4B1C-A048-4A9E-94D1-DD28AA05F295}" type="presOf" srcId="{9299C297-1577-4382-8EBE-497519511430}" destId="{156A829A-4E3A-4AAF-A030-6268E9DE57A8}" srcOrd="1" destOrd="0" presId="urn:microsoft.com/office/officeart/2016/7/layout/RepeatingBendingProcessNew"/>
    <dgm:cxn modelId="{CA38C629-A6EF-4377-94B4-16968AB94645}" type="presOf" srcId="{DDDB9E87-5CBA-437F-B9A4-BD7B6F6CCCB6}" destId="{12711CCB-1FEA-48A5-BC86-5DB875B66DD5}" srcOrd="1" destOrd="0" presId="urn:microsoft.com/office/officeart/2016/7/layout/RepeatingBendingProcessNew"/>
    <dgm:cxn modelId="{01CA512B-CAAF-4958-A9F8-9DD73CBB4473}" type="presOf" srcId="{15F141F7-550D-4B3A-AD57-A4A030E9221A}" destId="{DD21110E-1CF5-40D6-8A35-EC5D03792FC5}" srcOrd="0" destOrd="0" presId="urn:microsoft.com/office/officeart/2016/7/layout/RepeatingBendingProcessNew"/>
    <dgm:cxn modelId="{A0D0D72E-5319-4FC2-9647-BAB1131CAC55}" type="presOf" srcId="{9299C297-1577-4382-8EBE-497519511430}" destId="{FAB8F197-B4D2-4CEF-8277-163970DE8868}" srcOrd="0" destOrd="0" presId="urn:microsoft.com/office/officeart/2016/7/layout/RepeatingBendingProcessNew"/>
    <dgm:cxn modelId="{300C4930-8973-44D7-84E5-C5EDC1D1411B}" type="presOf" srcId="{42F6210E-BE6C-4A6D-90C8-5BB9AC354B62}" destId="{66B5A89B-BACB-4983-8598-64E7A6F3C46D}" srcOrd="0" destOrd="0" presId="urn:microsoft.com/office/officeart/2016/7/layout/RepeatingBendingProcessNew"/>
    <dgm:cxn modelId="{F8423233-27F3-4C47-A380-027158E87C26}" type="presOf" srcId="{685D8F44-75F1-4A9E-9895-FD8246220417}" destId="{B2758CCC-FEA1-47A4-B2D2-AD2BDC477D5B}" srcOrd="1" destOrd="0" presId="urn:microsoft.com/office/officeart/2016/7/layout/RepeatingBendingProcessNew"/>
    <dgm:cxn modelId="{2E299A3B-6172-4763-88D7-CF7E4FF01D64}" srcId="{24226C78-E5EB-4682-8A2F-F8F9B0D326F9}" destId="{466114B7-3FB7-4B86-9B80-B2BB275DC814}" srcOrd="4" destOrd="0" parTransId="{8DD9C1F6-D483-476E-BB9B-E43BC07E41B5}" sibTransId="{1E369405-A1EA-453E-8544-AEFA93FFDC51}"/>
    <dgm:cxn modelId="{E21E5141-A827-48F1-84E2-29478A6F7450}" type="presOf" srcId="{86EA21C8-1A8C-45A0-996C-1B9A3A5F799B}" destId="{C3FEBCA1-6454-43A2-8D60-5E6994BF31E8}" srcOrd="0" destOrd="0" presId="urn:microsoft.com/office/officeart/2016/7/layout/RepeatingBendingProcessNew"/>
    <dgm:cxn modelId="{77EA3862-5B94-46BF-9FF5-29264AC4198B}" type="presOf" srcId="{F2AD1EC1-7094-40DB-9E4C-AACC4855509C}" destId="{2FA77494-F1A3-4281-8629-A560A0EE3F79}" srcOrd="1" destOrd="0" presId="urn:microsoft.com/office/officeart/2016/7/layout/RepeatingBendingProcessNew"/>
    <dgm:cxn modelId="{B1EE3363-3107-4188-B384-10CF7843F4C1}" type="presOf" srcId="{F2AD1EC1-7094-40DB-9E4C-AACC4855509C}" destId="{60401627-A863-42EA-B8B5-13ED0E61B491}" srcOrd="0" destOrd="0" presId="urn:microsoft.com/office/officeart/2016/7/layout/RepeatingBendingProcessNew"/>
    <dgm:cxn modelId="{B2432546-1A85-4D1F-B2A8-DFABC69848AF}" type="presOf" srcId="{EF9D560C-9312-4A53-B44C-276B7DE95C91}" destId="{195527EC-0787-4F79-AE8C-0DB69A530317}" srcOrd="1" destOrd="0" presId="urn:microsoft.com/office/officeart/2016/7/layout/RepeatingBendingProcessNew"/>
    <dgm:cxn modelId="{A2D8BD4A-3F48-4873-9C69-578522810851}" srcId="{24226C78-E5EB-4682-8A2F-F8F9B0D326F9}" destId="{8112130C-B5C7-444E-9A9C-5471310B3D45}" srcOrd="1" destOrd="0" parTransId="{29735B3F-3928-479E-80A0-2EAF83C11262}" sibTransId="{15F141F7-550D-4B3A-AD57-A4A030E9221A}"/>
    <dgm:cxn modelId="{3D30816B-55E6-47FB-893A-99928EECB8CC}" type="presOf" srcId="{12174114-05EE-4C1F-880E-6E919B878E7C}" destId="{EF0CD650-F103-4C69-9DDA-C8F6D3F03AFD}" srcOrd="0" destOrd="0" presId="urn:microsoft.com/office/officeart/2016/7/layout/RepeatingBendingProcessNew"/>
    <dgm:cxn modelId="{978D9E4E-5E4D-4357-8B1A-722B87BF608A}" type="presOf" srcId="{0CE56AA3-CE54-4833-8D24-1A36EEAD3F5C}" destId="{B0E7D707-EEB5-4F55-A6CF-DD64E82E9FD4}" srcOrd="0" destOrd="0" presId="urn:microsoft.com/office/officeart/2016/7/layout/RepeatingBendingProcessNew"/>
    <dgm:cxn modelId="{C401EC76-D631-4BBA-9F46-9498B4534591}" type="presOf" srcId="{EF9D560C-9312-4A53-B44C-276B7DE95C91}" destId="{66D7AA80-B07C-4712-B821-F17CDE178F7D}" srcOrd="0" destOrd="0" presId="urn:microsoft.com/office/officeart/2016/7/layout/RepeatingBendingProcessNew"/>
    <dgm:cxn modelId="{4CE59458-9230-4AE2-B1C0-181CAB296F14}" srcId="{24226C78-E5EB-4682-8A2F-F8F9B0D326F9}" destId="{0CE56AA3-CE54-4833-8D24-1A36EEAD3F5C}" srcOrd="0" destOrd="0" parTransId="{6E39D8DC-35CE-437A-A098-2F57ABE698E2}" sibTransId="{F2AD1EC1-7094-40DB-9E4C-AACC4855509C}"/>
    <dgm:cxn modelId="{ADEB757E-A580-4D21-B304-6E429A1AD0F2}" srcId="{24226C78-E5EB-4682-8A2F-F8F9B0D326F9}" destId="{86EA21C8-1A8C-45A0-996C-1B9A3A5F799B}" srcOrd="6" destOrd="0" parTransId="{E17DDA2E-6586-489C-90C1-4AF113A8C9F1}" sibTransId="{685D8F44-75F1-4A9E-9895-FD8246220417}"/>
    <dgm:cxn modelId="{E9FF987E-09C2-45FC-803D-640A12EE5E1E}" type="presOf" srcId="{DDDB9E87-5CBA-437F-B9A4-BD7B6F6CCCB6}" destId="{058FDBC6-14A1-46EC-98FA-BACF6B0681C7}" srcOrd="0" destOrd="0" presId="urn:microsoft.com/office/officeart/2016/7/layout/RepeatingBendingProcessNew"/>
    <dgm:cxn modelId="{B43BC38C-C074-48A0-BC70-02E27A340E5B}" type="presOf" srcId="{1E369405-A1EA-453E-8544-AEFA93FFDC51}" destId="{6A99A0C0-FCE5-4D76-86F5-06C6464C86A2}" srcOrd="1" destOrd="0" presId="urn:microsoft.com/office/officeart/2016/7/layout/RepeatingBendingProcessNew"/>
    <dgm:cxn modelId="{E8266093-83F9-439A-B07C-C899077E65DC}" type="presOf" srcId="{FDB023F5-1CB0-4927-B621-E181501C35D4}" destId="{0E657ED5-BB87-4681-8DC4-DAB1CA4C8218}" srcOrd="0" destOrd="0" presId="urn:microsoft.com/office/officeart/2016/7/layout/RepeatingBendingProcessNew"/>
    <dgm:cxn modelId="{8BA2949B-4818-43BA-833E-4DE9C1A1D234}" type="presOf" srcId="{1E369405-A1EA-453E-8544-AEFA93FFDC51}" destId="{9965CDBA-4FC1-4EE5-BC4C-AB729CE78F4C}" srcOrd="0" destOrd="0" presId="urn:microsoft.com/office/officeart/2016/7/layout/RepeatingBendingProcessNew"/>
    <dgm:cxn modelId="{169B74A7-D7D7-4536-8E0B-F2A61AF99EF9}" type="presOf" srcId="{466114B7-3FB7-4B86-9B80-B2BB275DC814}" destId="{C14CB553-83C3-4C62-9B5F-0DC843B8B1DB}" srcOrd="0" destOrd="0" presId="urn:microsoft.com/office/officeart/2016/7/layout/RepeatingBendingProcessNew"/>
    <dgm:cxn modelId="{8F2CFCAD-B798-4C87-891A-9A420737E564}" srcId="{24226C78-E5EB-4682-8A2F-F8F9B0D326F9}" destId="{0D5845A0-2374-4828-8A28-8E3D9047DBED}" srcOrd="7" destOrd="0" parTransId="{98A98261-4055-4573-9A08-BC8DE18871B9}" sibTransId="{DDDB9E87-5CBA-437F-B9A4-BD7B6F6CCCB6}"/>
    <dgm:cxn modelId="{EAA1D8B2-4145-400F-BEFA-94E004EE787B}" type="presOf" srcId="{8112130C-B5C7-444E-9A9C-5471310B3D45}" destId="{4C661E37-818F-4538-914A-0C7D1AE7FB82}" srcOrd="0" destOrd="0" presId="urn:microsoft.com/office/officeart/2016/7/layout/RepeatingBendingProcessNew"/>
    <dgm:cxn modelId="{E15D48B3-D889-4CA7-9843-E3F34C903CC2}" srcId="{24226C78-E5EB-4682-8A2F-F8F9B0D326F9}" destId="{12174114-05EE-4C1F-880E-6E919B878E7C}" srcOrd="2" destOrd="0" parTransId="{D4D7B55D-793D-4C31-8924-03359DAC4742}" sibTransId="{42F6210E-BE6C-4A6D-90C8-5BB9AC354B62}"/>
    <dgm:cxn modelId="{530690C6-CDE6-47A9-A553-600DDEA3276F}" srcId="{24226C78-E5EB-4682-8A2F-F8F9B0D326F9}" destId="{8AF365BD-70F8-4F2F-B0DA-9D2FE9D80B5E}" srcOrd="8" destOrd="0" parTransId="{EF55A0D7-0C44-4E03-92D4-076E13FDC577}" sibTransId="{DDCC8715-7192-48E5-9F22-1CDE8120FC8E}"/>
    <dgm:cxn modelId="{66DCE8D8-0196-4105-B426-1B64A79DEDA4}" srcId="{24226C78-E5EB-4682-8A2F-F8F9B0D326F9}" destId="{FDB023F5-1CB0-4927-B621-E181501C35D4}" srcOrd="3" destOrd="0" parTransId="{06E9D27B-6BC6-4D29-8F9F-C386D8500E37}" sibTransId="{9299C297-1577-4382-8EBE-497519511430}"/>
    <dgm:cxn modelId="{22FD8EDA-3636-478B-B7A0-A49C01768057}" type="presOf" srcId="{0D5845A0-2374-4828-8A28-8E3D9047DBED}" destId="{9A95F7FC-068D-434B-944A-810415F519D3}" srcOrd="0" destOrd="0" presId="urn:microsoft.com/office/officeart/2016/7/layout/RepeatingBendingProcessNew"/>
    <dgm:cxn modelId="{DB663CDE-EE69-4B67-B3BE-72A176376D1C}" type="presOf" srcId="{24226C78-E5EB-4682-8A2F-F8F9B0D326F9}" destId="{ADAE2093-8434-4FCF-B89B-175909078387}" srcOrd="0" destOrd="0" presId="urn:microsoft.com/office/officeart/2016/7/layout/RepeatingBendingProcessNew"/>
    <dgm:cxn modelId="{EB1AAAE5-6419-4421-B5D9-8AE3E31CC8F4}" type="presOf" srcId="{42F6210E-BE6C-4A6D-90C8-5BB9AC354B62}" destId="{8BA11945-2295-4F55-AE76-7CB37948377F}" srcOrd="1" destOrd="0" presId="urn:microsoft.com/office/officeart/2016/7/layout/RepeatingBendingProcessNew"/>
    <dgm:cxn modelId="{07592DF2-BD53-4039-9288-E69BB7C415C8}" type="presOf" srcId="{685D8F44-75F1-4A9E-9895-FD8246220417}" destId="{22379AA3-2AF3-4DB8-9902-A0C45D843089}" srcOrd="0" destOrd="0" presId="urn:microsoft.com/office/officeart/2016/7/layout/RepeatingBendingProcessNew"/>
    <dgm:cxn modelId="{B7CE82F6-165F-4E2A-A8D4-CC10985B08CC}" srcId="{24226C78-E5EB-4682-8A2F-F8F9B0D326F9}" destId="{6EA9D857-893A-4FD9-AB7D-9CDE05087EC3}" srcOrd="5" destOrd="0" parTransId="{2EB4A479-ECD6-4529-AF35-1DD6669E64E4}" sibTransId="{EF9D560C-9312-4A53-B44C-276B7DE95C91}"/>
    <dgm:cxn modelId="{F4DF64FA-BFB0-4BB2-907A-7CA1BD965A1F}" type="presOf" srcId="{6EA9D857-893A-4FD9-AB7D-9CDE05087EC3}" destId="{E1965581-2F03-4407-90A5-FB566CB457B2}" srcOrd="0" destOrd="0" presId="urn:microsoft.com/office/officeart/2016/7/layout/RepeatingBendingProcessNew"/>
    <dgm:cxn modelId="{B6AFCA07-B935-4F3B-AA6C-3F9D016F5287}" type="presParOf" srcId="{ADAE2093-8434-4FCF-B89B-175909078387}" destId="{B0E7D707-EEB5-4F55-A6CF-DD64E82E9FD4}" srcOrd="0" destOrd="0" presId="urn:microsoft.com/office/officeart/2016/7/layout/RepeatingBendingProcessNew"/>
    <dgm:cxn modelId="{8110BB04-C8D6-47F9-867E-2223E2BEBC9E}" type="presParOf" srcId="{ADAE2093-8434-4FCF-B89B-175909078387}" destId="{60401627-A863-42EA-B8B5-13ED0E61B491}" srcOrd="1" destOrd="0" presId="urn:microsoft.com/office/officeart/2016/7/layout/RepeatingBendingProcessNew"/>
    <dgm:cxn modelId="{C3E771B3-9401-4244-A9FC-01220BBCB094}" type="presParOf" srcId="{60401627-A863-42EA-B8B5-13ED0E61B491}" destId="{2FA77494-F1A3-4281-8629-A560A0EE3F79}" srcOrd="0" destOrd="0" presId="urn:microsoft.com/office/officeart/2016/7/layout/RepeatingBendingProcessNew"/>
    <dgm:cxn modelId="{094D041F-604D-44EB-A708-F433126B57DC}" type="presParOf" srcId="{ADAE2093-8434-4FCF-B89B-175909078387}" destId="{4C661E37-818F-4538-914A-0C7D1AE7FB82}" srcOrd="2" destOrd="0" presId="urn:microsoft.com/office/officeart/2016/7/layout/RepeatingBendingProcessNew"/>
    <dgm:cxn modelId="{BAFA7C55-C159-4F82-B552-E14BCA546D51}" type="presParOf" srcId="{ADAE2093-8434-4FCF-B89B-175909078387}" destId="{DD21110E-1CF5-40D6-8A35-EC5D03792FC5}" srcOrd="3" destOrd="0" presId="urn:microsoft.com/office/officeart/2016/7/layout/RepeatingBendingProcessNew"/>
    <dgm:cxn modelId="{3768E43C-EFDB-4F3D-9FB9-7C9B7A546A1C}" type="presParOf" srcId="{DD21110E-1CF5-40D6-8A35-EC5D03792FC5}" destId="{509B7692-AB4B-4576-930F-CBFFFBC7F6D5}" srcOrd="0" destOrd="0" presId="urn:microsoft.com/office/officeart/2016/7/layout/RepeatingBendingProcessNew"/>
    <dgm:cxn modelId="{BCED6BB7-7309-45A8-8DA5-D46224433F73}" type="presParOf" srcId="{ADAE2093-8434-4FCF-B89B-175909078387}" destId="{EF0CD650-F103-4C69-9DDA-C8F6D3F03AFD}" srcOrd="4" destOrd="0" presId="urn:microsoft.com/office/officeart/2016/7/layout/RepeatingBendingProcessNew"/>
    <dgm:cxn modelId="{82438095-E2D4-4131-9D8F-7F69E914AAB7}" type="presParOf" srcId="{ADAE2093-8434-4FCF-B89B-175909078387}" destId="{66B5A89B-BACB-4983-8598-64E7A6F3C46D}" srcOrd="5" destOrd="0" presId="urn:microsoft.com/office/officeart/2016/7/layout/RepeatingBendingProcessNew"/>
    <dgm:cxn modelId="{23E4F9B5-6F6B-4053-8803-614E6E61BFE6}" type="presParOf" srcId="{66B5A89B-BACB-4983-8598-64E7A6F3C46D}" destId="{8BA11945-2295-4F55-AE76-7CB37948377F}" srcOrd="0" destOrd="0" presId="urn:microsoft.com/office/officeart/2016/7/layout/RepeatingBendingProcessNew"/>
    <dgm:cxn modelId="{E982CF56-A7D5-43F0-9756-AA6D0F91AE6F}" type="presParOf" srcId="{ADAE2093-8434-4FCF-B89B-175909078387}" destId="{0E657ED5-BB87-4681-8DC4-DAB1CA4C8218}" srcOrd="6" destOrd="0" presId="urn:microsoft.com/office/officeart/2016/7/layout/RepeatingBendingProcessNew"/>
    <dgm:cxn modelId="{FA103CE3-F713-4429-9526-2D440AC4120C}" type="presParOf" srcId="{ADAE2093-8434-4FCF-B89B-175909078387}" destId="{FAB8F197-B4D2-4CEF-8277-163970DE8868}" srcOrd="7" destOrd="0" presId="urn:microsoft.com/office/officeart/2016/7/layout/RepeatingBendingProcessNew"/>
    <dgm:cxn modelId="{C3967CA7-7C00-456B-97E1-E0C2DDCD6A7F}" type="presParOf" srcId="{FAB8F197-B4D2-4CEF-8277-163970DE8868}" destId="{156A829A-4E3A-4AAF-A030-6268E9DE57A8}" srcOrd="0" destOrd="0" presId="urn:microsoft.com/office/officeart/2016/7/layout/RepeatingBendingProcessNew"/>
    <dgm:cxn modelId="{A4DD382C-7235-4591-B958-A3DCC041BB82}" type="presParOf" srcId="{ADAE2093-8434-4FCF-B89B-175909078387}" destId="{C14CB553-83C3-4C62-9B5F-0DC843B8B1DB}" srcOrd="8" destOrd="0" presId="urn:microsoft.com/office/officeart/2016/7/layout/RepeatingBendingProcessNew"/>
    <dgm:cxn modelId="{D450A5C8-272C-437B-9A38-F985C79E66EC}" type="presParOf" srcId="{ADAE2093-8434-4FCF-B89B-175909078387}" destId="{9965CDBA-4FC1-4EE5-BC4C-AB729CE78F4C}" srcOrd="9" destOrd="0" presId="urn:microsoft.com/office/officeart/2016/7/layout/RepeatingBendingProcessNew"/>
    <dgm:cxn modelId="{91FE39EC-64E6-4B97-A3C7-57CEE7752C61}" type="presParOf" srcId="{9965CDBA-4FC1-4EE5-BC4C-AB729CE78F4C}" destId="{6A99A0C0-FCE5-4D76-86F5-06C6464C86A2}" srcOrd="0" destOrd="0" presId="urn:microsoft.com/office/officeart/2016/7/layout/RepeatingBendingProcessNew"/>
    <dgm:cxn modelId="{9FF8A0C2-26AB-410F-BEFB-D1AA32E436C1}" type="presParOf" srcId="{ADAE2093-8434-4FCF-B89B-175909078387}" destId="{E1965581-2F03-4407-90A5-FB566CB457B2}" srcOrd="10" destOrd="0" presId="urn:microsoft.com/office/officeart/2016/7/layout/RepeatingBendingProcessNew"/>
    <dgm:cxn modelId="{4B3B225B-5BE6-4EF9-9522-092B255B2597}" type="presParOf" srcId="{ADAE2093-8434-4FCF-B89B-175909078387}" destId="{66D7AA80-B07C-4712-B821-F17CDE178F7D}" srcOrd="11" destOrd="0" presId="urn:microsoft.com/office/officeart/2016/7/layout/RepeatingBendingProcessNew"/>
    <dgm:cxn modelId="{39E87AA0-E939-40D5-9953-B60F7490CA0C}" type="presParOf" srcId="{66D7AA80-B07C-4712-B821-F17CDE178F7D}" destId="{195527EC-0787-4F79-AE8C-0DB69A530317}" srcOrd="0" destOrd="0" presId="urn:microsoft.com/office/officeart/2016/7/layout/RepeatingBendingProcessNew"/>
    <dgm:cxn modelId="{8F299E81-5737-4575-9B79-265E2B564C11}" type="presParOf" srcId="{ADAE2093-8434-4FCF-B89B-175909078387}" destId="{C3FEBCA1-6454-43A2-8D60-5E6994BF31E8}" srcOrd="12" destOrd="0" presId="urn:microsoft.com/office/officeart/2016/7/layout/RepeatingBendingProcessNew"/>
    <dgm:cxn modelId="{08596335-E4F9-4E10-864D-5CC853485AA3}" type="presParOf" srcId="{ADAE2093-8434-4FCF-B89B-175909078387}" destId="{22379AA3-2AF3-4DB8-9902-A0C45D843089}" srcOrd="13" destOrd="0" presId="urn:microsoft.com/office/officeart/2016/7/layout/RepeatingBendingProcessNew"/>
    <dgm:cxn modelId="{75057A2B-B068-4442-AFEB-93B37991FE18}" type="presParOf" srcId="{22379AA3-2AF3-4DB8-9902-A0C45D843089}" destId="{B2758CCC-FEA1-47A4-B2D2-AD2BDC477D5B}" srcOrd="0" destOrd="0" presId="urn:microsoft.com/office/officeart/2016/7/layout/RepeatingBendingProcessNew"/>
    <dgm:cxn modelId="{B75EAA40-6DFE-4CC6-B254-64EE7263D0D0}" type="presParOf" srcId="{ADAE2093-8434-4FCF-B89B-175909078387}" destId="{9A95F7FC-068D-434B-944A-810415F519D3}" srcOrd="14" destOrd="0" presId="urn:microsoft.com/office/officeart/2016/7/layout/RepeatingBendingProcessNew"/>
    <dgm:cxn modelId="{7E4B8254-48B2-4E56-9C53-1BD04E15DBC2}" type="presParOf" srcId="{ADAE2093-8434-4FCF-B89B-175909078387}" destId="{058FDBC6-14A1-46EC-98FA-BACF6B0681C7}" srcOrd="15" destOrd="0" presId="urn:microsoft.com/office/officeart/2016/7/layout/RepeatingBendingProcessNew"/>
    <dgm:cxn modelId="{386799AE-8469-4353-932C-316A1904B330}" type="presParOf" srcId="{058FDBC6-14A1-46EC-98FA-BACF6B0681C7}" destId="{12711CCB-1FEA-48A5-BC86-5DB875B66DD5}" srcOrd="0" destOrd="0" presId="urn:microsoft.com/office/officeart/2016/7/layout/RepeatingBendingProcessNew"/>
    <dgm:cxn modelId="{C5216B83-7EE4-40E8-8C0C-0F764A0D985E}" type="presParOf" srcId="{ADAE2093-8434-4FCF-B89B-175909078387}" destId="{3688A05D-727D-46A9-9340-106073250AEE}" srcOrd="16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3F31C7-D456-4FD5-B567-366B2E59A1D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047A1E0-EC7D-4A13-8A1C-30DCCDDCA56A}">
      <dgm:prSet/>
      <dgm:spPr/>
      <dgm:t>
        <a:bodyPr/>
        <a:lstStyle/>
        <a:p>
          <a:r>
            <a:rPr lang="en-US"/>
            <a:t>Code:</a:t>
          </a:r>
        </a:p>
      </dgm:t>
    </dgm:pt>
    <dgm:pt modelId="{BEDA5A02-FAEF-486B-9763-70954C6605F2}" type="parTrans" cxnId="{7A48E112-E95B-492A-80DD-2A7EC7EF498F}">
      <dgm:prSet/>
      <dgm:spPr/>
      <dgm:t>
        <a:bodyPr/>
        <a:lstStyle/>
        <a:p>
          <a:endParaRPr lang="en-US"/>
        </a:p>
      </dgm:t>
    </dgm:pt>
    <dgm:pt modelId="{37EB7B0D-775B-463A-ABD2-C9CAB06B754B}" type="sibTrans" cxnId="{7A48E112-E95B-492A-80DD-2A7EC7EF498F}">
      <dgm:prSet/>
      <dgm:spPr/>
      <dgm:t>
        <a:bodyPr/>
        <a:lstStyle/>
        <a:p>
          <a:endParaRPr lang="en-US"/>
        </a:p>
      </dgm:t>
    </dgm:pt>
    <dgm:pt modelId="{E2818962-2F2B-4219-99C3-3A519C69D858}">
      <dgm:prSet/>
      <dgm:spPr/>
      <dgm:t>
        <a:bodyPr/>
        <a:lstStyle/>
        <a:p>
          <a:r>
            <a:rPr lang="en-US" dirty="0"/>
            <a:t>Explanation:   </a:t>
          </a:r>
          <a:r>
            <a:rPr lang="en-US" dirty="0" err="1"/>
            <a:t>Dlib</a:t>
          </a:r>
          <a:r>
            <a:rPr lang="en-US" dirty="0"/>
            <a:t> aligns faces based on facial landmarks </a:t>
          </a:r>
          <a:r>
            <a:rPr lang="en-US" dirty="0" err="1"/>
            <a:t>OpenFace</a:t>
          </a:r>
          <a:r>
            <a:rPr lang="en-US" dirty="0"/>
            <a:t> neural network extracts a 128-dimensionallandmarks </a:t>
          </a:r>
          <a:r>
            <a:rPr lang="en-US" dirty="0" err="1"/>
            <a:t>OpenFace</a:t>
          </a:r>
          <a:r>
            <a:rPr lang="en-US" dirty="0"/>
            <a:t> neural network extracts a 128-dimensional embedding.</a:t>
          </a:r>
        </a:p>
      </dgm:t>
    </dgm:pt>
    <dgm:pt modelId="{B7B2A38E-DA5F-4E04-96BC-FB51E700E524}" type="parTrans" cxnId="{5A7B202A-0818-4A5A-B71E-393FB6D83818}">
      <dgm:prSet/>
      <dgm:spPr/>
      <dgm:t>
        <a:bodyPr/>
        <a:lstStyle/>
        <a:p>
          <a:endParaRPr lang="en-US"/>
        </a:p>
      </dgm:t>
    </dgm:pt>
    <dgm:pt modelId="{F3113AF8-63A2-4894-B9AD-807B4CC8F9AB}" type="sibTrans" cxnId="{5A7B202A-0818-4A5A-B71E-393FB6D83818}">
      <dgm:prSet/>
      <dgm:spPr/>
      <dgm:t>
        <a:bodyPr/>
        <a:lstStyle/>
        <a:p>
          <a:endParaRPr lang="en-US"/>
        </a:p>
      </dgm:t>
    </dgm:pt>
    <dgm:pt modelId="{6366DFED-41C6-4894-A77B-64354894AD7C}">
      <dgm:prSet/>
      <dgm:spPr/>
      <dgm:t>
        <a:bodyPr/>
        <a:lstStyle/>
        <a:p>
          <a:r>
            <a:rPr lang="en-US"/>
            <a:t>aligner = align_dlib.AlignDlib(PREDICTOR_PATH)aligned_face = aligner.align(96, frame, landmarkIndices=align_dlib.AlignDlib.OUTER_EYES_AND_NOSE) face_embedding=net.forward(aligned_face)</a:t>
          </a:r>
        </a:p>
      </dgm:t>
    </dgm:pt>
    <dgm:pt modelId="{F7A0F2C5-014C-47B4-AE2D-7DFFFC2F4D40}" type="parTrans" cxnId="{1506A4CB-977F-4C30-A096-41FBE863410F}">
      <dgm:prSet/>
      <dgm:spPr/>
      <dgm:t>
        <a:bodyPr/>
        <a:lstStyle/>
        <a:p>
          <a:endParaRPr lang="en-US"/>
        </a:p>
      </dgm:t>
    </dgm:pt>
    <dgm:pt modelId="{E9A1F1C2-019D-447C-815C-C2BD81FAD835}" type="sibTrans" cxnId="{1506A4CB-977F-4C30-A096-41FBE863410F}">
      <dgm:prSet/>
      <dgm:spPr/>
      <dgm:t>
        <a:bodyPr/>
        <a:lstStyle/>
        <a:p>
          <a:endParaRPr lang="en-US"/>
        </a:p>
      </dgm:t>
    </dgm:pt>
    <dgm:pt modelId="{7B123D14-039A-47AD-98C9-2F7FD0276BF4}" type="pres">
      <dgm:prSet presAssocID="{D83F31C7-D456-4FD5-B567-366B2E59A1D5}" presName="linear" presStyleCnt="0">
        <dgm:presLayoutVars>
          <dgm:animLvl val="lvl"/>
          <dgm:resizeHandles val="exact"/>
        </dgm:presLayoutVars>
      </dgm:prSet>
      <dgm:spPr/>
    </dgm:pt>
    <dgm:pt modelId="{A1E80A7D-1A9A-44BC-9D29-7F0DEC35AB46}" type="pres">
      <dgm:prSet presAssocID="{B047A1E0-EC7D-4A13-8A1C-30DCCDDCA56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5B882C0-8D29-4C61-88E9-517B2CCFADD7}" type="pres">
      <dgm:prSet presAssocID="{37EB7B0D-775B-463A-ABD2-C9CAB06B754B}" presName="spacer" presStyleCnt="0"/>
      <dgm:spPr/>
    </dgm:pt>
    <dgm:pt modelId="{1DBF9D72-DADB-419C-B7A2-58585F8517A2}" type="pres">
      <dgm:prSet presAssocID="{6366DFED-41C6-4894-A77B-64354894AD7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CF7926C-26D1-44FD-8B6A-5DF900737A22}" type="pres">
      <dgm:prSet presAssocID="{E9A1F1C2-019D-447C-815C-C2BD81FAD835}" presName="spacer" presStyleCnt="0"/>
      <dgm:spPr/>
    </dgm:pt>
    <dgm:pt modelId="{24E2A3FC-B639-4E1A-B2E5-AC70E94A8C01}" type="pres">
      <dgm:prSet presAssocID="{E2818962-2F2B-4219-99C3-3A519C69D85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530700A-B271-49B2-8AED-DC086272EBAC}" type="presOf" srcId="{D83F31C7-D456-4FD5-B567-366B2E59A1D5}" destId="{7B123D14-039A-47AD-98C9-2F7FD0276BF4}" srcOrd="0" destOrd="0" presId="urn:microsoft.com/office/officeart/2005/8/layout/vList2"/>
    <dgm:cxn modelId="{7A48E112-E95B-492A-80DD-2A7EC7EF498F}" srcId="{D83F31C7-D456-4FD5-B567-366B2E59A1D5}" destId="{B047A1E0-EC7D-4A13-8A1C-30DCCDDCA56A}" srcOrd="0" destOrd="0" parTransId="{BEDA5A02-FAEF-486B-9763-70954C6605F2}" sibTransId="{37EB7B0D-775B-463A-ABD2-C9CAB06B754B}"/>
    <dgm:cxn modelId="{5A7B202A-0818-4A5A-B71E-393FB6D83818}" srcId="{D83F31C7-D456-4FD5-B567-366B2E59A1D5}" destId="{E2818962-2F2B-4219-99C3-3A519C69D858}" srcOrd="2" destOrd="0" parTransId="{B7B2A38E-DA5F-4E04-96BC-FB51E700E524}" sibTransId="{F3113AF8-63A2-4894-B9AD-807B4CC8F9AB}"/>
    <dgm:cxn modelId="{97C07A67-ECBA-4699-9C7C-3B71431841D0}" type="presOf" srcId="{B047A1E0-EC7D-4A13-8A1C-30DCCDDCA56A}" destId="{A1E80A7D-1A9A-44BC-9D29-7F0DEC35AB46}" srcOrd="0" destOrd="0" presId="urn:microsoft.com/office/officeart/2005/8/layout/vList2"/>
    <dgm:cxn modelId="{45FDE94C-00D8-4AC4-B64D-F499E170FF61}" type="presOf" srcId="{E2818962-2F2B-4219-99C3-3A519C69D858}" destId="{24E2A3FC-B639-4E1A-B2E5-AC70E94A8C01}" srcOrd="0" destOrd="0" presId="urn:microsoft.com/office/officeart/2005/8/layout/vList2"/>
    <dgm:cxn modelId="{0FEF697C-462A-4BCD-8F31-BE35D3B73287}" type="presOf" srcId="{6366DFED-41C6-4894-A77B-64354894AD7C}" destId="{1DBF9D72-DADB-419C-B7A2-58585F8517A2}" srcOrd="0" destOrd="0" presId="urn:microsoft.com/office/officeart/2005/8/layout/vList2"/>
    <dgm:cxn modelId="{1506A4CB-977F-4C30-A096-41FBE863410F}" srcId="{D83F31C7-D456-4FD5-B567-366B2E59A1D5}" destId="{6366DFED-41C6-4894-A77B-64354894AD7C}" srcOrd="1" destOrd="0" parTransId="{F7A0F2C5-014C-47B4-AE2D-7DFFFC2F4D40}" sibTransId="{E9A1F1C2-019D-447C-815C-C2BD81FAD835}"/>
    <dgm:cxn modelId="{0A47E671-FE0A-442C-84ED-A2D1863EBF83}" type="presParOf" srcId="{7B123D14-039A-47AD-98C9-2F7FD0276BF4}" destId="{A1E80A7D-1A9A-44BC-9D29-7F0DEC35AB46}" srcOrd="0" destOrd="0" presId="urn:microsoft.com/office/officeart/2005/8/layout/vList2"/>
    <dgm:cxn modelId="{B325B17B-C2A2-4EE5-ADC0-0CD65B726012}" type="presParOf" srcId="{7B123D14-039A-47AD-98C9-2F7FD0276BF4}" destId="{05B882C0-8D29-4C61-88E9-517B2CCFADD7}" srcOrd="1" destOrd="0" presId="urn:microsoft.com/office/officeart/2005/8/layout/vList2"/>
    <dgm:cxn modelId="{94C9807B-2319-4BD6-8A6F-87E958CC4E6B}" type="presParOf" srcId="{7B123D14-039A-47AD-98C9-2F7FD0276BF4}" destId="{1DBF9D72-DADB-419C-B7A2-58585F8517A2}" srcOrd="2" destOrd="0" presId="urn:microsoft.com/office/officeart/2005/8/layout/vList2"/>
    <dgm:cxn modelId="{9EB1EF39-79F2-4A2B-9FDF-71D4FA7257EA}" type="presParOf" srcId="{7B123D14-039A-47AD-98C9-2F7FD0276BF4}" destId="{ACF7926C-26D1-44FD-8B6A-5DF900737A22}" srcOrd="3" destOrd="0" presId="urn:microsoft.com/office/officeart/2005/8/layout/vList2"/>
    <dgm:cxn modelId="{2B5F65F4-12DF-439D-ABC4-85C42B6B1A2E}" type="presParOf" srcId="{7B123D14-039A-47AD-98C9-2F7FD0276BF4}" destId="{24E2A3FC-B639-4E1A-B2E5-AC70E94A8C0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1904E89-C90E-4265-9EDC-989DA46C138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4_2" csCatId="accent4" phldr="1"/>
      <dgm:spPr/>
      <dgm:t>
        <a:bodyPr/>
        <a:lstStyle/>
        <a:p>
          <a:endParaRPr lang="en-US"/>
        </a:p>
      </dgm:t>
    </dgm:pt>
    <dgm:pt modelId="{7CBDA677-A36E-4532-A08A-4CB394B3E9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Code:</a:t>
          </a:r>
        </a:p>
      </dgm:t>
    </dgm:pt>
    <dgm:pt modelId="{BB2748B0-6717-43F1-BCFB-03DBB3A86158}" type="parTrans" cxnId="{8B051B56-A9FE-43E0-9423-DDC619787ADE}">
      <dgm:prSet/>
      <dgm:spPr/>
      <dgm:t>
        <a:bodyPr/>
        <a:lstStyle/>
        <a:p>
          <a:endParaRPr lang="en-US"/>
        </a:p>
      </dgm:t>
    </dgm:pt>
    <dgm:pt modelId="{11A206AD-9EAC-45D4-8978-73564445D07C}" type="sibTrans" cxnId="{8B051B56-A9FE-43E0-9423-DDC619787ADE}">
      <dgm:prSet/>
      <dgm:spPr/>
      <dgm:t>
        <a:bodyPr/>
        <a:lstStyle/>
        <a:p>
          <a:endParaRPr lang="en-US"/>
        </a:p>
      </dgm:t>
    </dgm:pt>
    <dgm:pt modelId="{AD130370-A118-422D-8844-802F2177791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tracker = cv2.TrackerKCF_create()</a:t>
          </a:r>
        </a:p>
      </dgm:t>
    </dgm:pt>
    <dgm:pt modelId="{6DE9C72D-2E63-4AD9-87C9-A621CAA8A5C3}" type="parTrans" cxnId="{A329E819-4CCD-4AD7-8AC4-E6F9042F7349}">
      <dgm:prSet/>
      <dgm:spPr/>
      <dgm:t>
        <a:bodyPr/>
        <a:lstStyle/>
        <a:p>
          <a:endParaRPr lang="en-US"/>
        </a:p>
      </dgm:t>
    </dgm:pt>
    <dgm:pt modelId="{EE7DC095-4426-426B-BB81-C7E6FD719AA8}" type="sibTrans" cxnId="{A329E819-4CCD-4AD7-8AC4-E6F9042F7349}">
      <dgm:prSet/>
      <dgm:spPr/>
      <dgm:t>
        <a:bodyPr/>
        <a:lstStyle/>
        <a:p>
          <a:endParaRPr lang="en-US"/>
        </a:p>
      </dgm:t>
    </dgm:pt>
    <dgm:pt modelId="{936C82EB-4DD2-4BA0-A6A3-B5AD6654D5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tracker.init(frame, (x, y, w, h))</a:t>
          </a:r>
        </a:p>
      </dgm:t>
    </dgm:pt>
    <dgm:pt modelId="{42DD61FD-D326-446A-ACAA-A8DB8109A126}" type="parTrans" cxnId="{5C330198-82C2-4CB6-AC29-B4563F5C6205}">
      <dgm:prSet/>
      <dgm:spPr/>
      <dgm:t>
        <a:bodyPr/>
        <a:lstStyle/>
        <a:p>
          <a:endParaRPr lang="en-US"/>
        </a:p>
      </dgm:t>
    </dgm:pt>
    <dgm:pt modelId="{EFB0BDBC-F848-4CFD-BAB3-2DF466D945C1}" type="sibTrans" cxnId="{5C330198-82C2-4CB6-AC29-B4563F5C6205}">
      <dgm:prSet/>
      <dgm:spPr/>
      <dgm:t>
        <a:bodyPr/>
        <a:lstStyle/>
        <a:p>
          <a:endParaRPr lang="en-US"/>
        </a:p>
      </dgm:t>
    </dgm:pt>
    <dgm:pt modelId="{5ADB18D7-0956-43DE-86C9-96F818B8BF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Explanation:</a:t>
          </a:r>
        </a:p>
      </dgm:t>
    </dgm:pt>
    <dgm:pt modelId="{26DDCE09-E9BF-432C-9A72-E7CF1129F63A}" type="parTrans" cxnId="{ABD4D935-36B3-45AF-8D61-E362C403ABCC}">
      <dgm:prSet/>
      <dgm:spPr/>
      <dgm:t>
        <a:bodyPr/>
        <a:lstStyle/>
        <a:p>
          <a:endParaRPr lang="en-US"/>
        </a:p>
      </dgm:t>
    </dgm:pt>
    <dgm:pt modelId="{00D5317E-7269-438A-A131-2231E0805A17}" type="sibTrans" cxnId="{ABD4D935-36B3-45AF-8D61-E362C403ABCC}">
      <dgm:prSet/>
      <dgm:spPr/>
      <dgm:t>
        <a:bodyPr/>
        <a:lstStyle/>
        <a:p>
          <a:endParaRPr lang="en-US"/>
        </a:p>
      </dgm:t>
    </dgm:pt>
    <dgm:pt modelId="{F55E7A62-039B-411D-AA34-12D12337AF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OpenCV's tracking algorithms (e.g., KCF, TLD) are used to track faces.</a:t>
          </a:r>
        </a:p>
      </dgm:t>
    </dgm:pt>
    <dgm:pt modelId="{674839A5-7D6B-4040-9FCE-59A4BA5D6226}" type="parTrans" cxnId="{5F85F50D-3EB2-4E8F-B91B-7BC5ED83B029}">
      <dgm:prSet/>
      <dgm:spPr/>
      <dgm:t>
        <a:bodyPr/>
        <a:lstStyle/>
        <a:p>
          <a:endParaRPr lang="en-US"/>
        </a:p>
      </dgm:t>
    </dgm:pt>
    <dgm:pt modelId="{C7595888-834E-4ACB-8513-DCA3E6CDF832}" type="sibTrans" cxnId="{5F85F50D-3EB2-4E8F-B91B-7BC5ED83B029}">
      <dgm:prSet/>
      <dgm:spPr/>
      <dgm:t>
        <a:bodyPr/>
        <a:lstStyle/>
        <a:p>
          <a:endParaRPr lang="en-US"/>
        </a:p>
      </dgm:t>
    </dgm:pt>
    <dgm:pt modelId="{2B855A71-3F56-496C-A306-0F32A14731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Bounding box updates for each detected and 	tracked face.</a:t>
          </a:r>
        </a:p>
      </dgm:t>
    </dgm:pt>
    <dgm:pt modelId="{6FEA80D3-3CBD-4A9E-B791-9E2A3056920C}" type="parTrans" cxnId="{9B843A44-5AEE-4A1B-8CDA-A094D89E59D7}">
      <dgm:prSet/>
      <dgm:spPr/>
      <dgm:t>
        <a:bodyPr/>
        <a:lstStyle/>
        <a:p>
          <a:endParaRPr lang="en-US"/>
        </a:p>
      </dgm:t>
    </dgm:pt>
    <dgm:pt modelId="{D85FC96C-AC49-4886-B9CD-C4441215236F}" type="sibTrans" cxnId="{9B843A44-5AEE-4A1B-8CDA-A094D89E59D7}">
      <dgm:prSet/>
      <dgm:spPr/>
      <dgm:t>
        <a:bodyPr/>
        <a:lstStyle/>
        <a:p>
          <a:endParaRPr lang="en-US"/>
        </a:p>
      </dgm:t>
    </dgm:pt>
    <dgm:pt modelId="{3793B367-5937-4CF3-9B14-4BD82CA4514F}" type="pres">
      <dgm:prSet presAssocID="{71904E89-C90E-4265-9EDC-989DA46C138C}" presName="root" presStyleCnt="0">
        <dgm:presLayoutVars>
          <dgm:dir/>
          <dgm:resizeHandles val="exact"/>
        </dgm:presLayoutVars>
      </dgm:prSet>
      <dgm:spPr/>
    </dgm:pt>
    <dgm:pt modelId="{848E366F-E3C7-4453-B2C0-A842477917BD}" type="pres">
      <dgm:prSet presAssocID="{7CBDA677-A36E-4532-A08A-4CB394B3E9EE}" presName="compNode" presStyleCnt="0"/>
      <dgm:spPr/>
    </dgm:pt>
    <dgm:pt modelId="{ED35BDD4-08C3-46E1-A106-CBE01397D5CA}" type="pres">
      <dgm:prSet presAssocID="{7CBDA677-A36E-4532-A08A-4CB394B3E9EE}" presName="bgRect" presStyleLbl="bgShp" presStyleIdx="0" presStyleCnt="2"/>
      <dgm:spPr/>
    </dgm:pt>
    <dgm:pt modelId="{FFFA5A32-278E-407F-B4EC-8722642CE86C}" type="pres">
      <dgm:prSet presAssocID="{7CBDA677-A36E-4532-A08A-4CB394B3E9E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2CBC470-F16D-44E8-90AF-8951681360F9}" type="pres">
      <dgm:prSet presAssocID="{7CBDA677-A36E-4532-A08A-4CB394B3E9EE}" presName="spaceRect" presStyleCnt="0"/>
      <dgm:spPr/>
    </dgm:pt>
    <dgm:pt modelId="{CD97F317-6FF0-45C7-9937-1CC7728877D9}" type="pres">
      <dgm:prSet presAssocID="{7CBDA677-A36E-4532-A08A-4CB394B3E9EE}" presName="parTx" presStyleLbl="revTx" presStyleIdx="0" presStyleCnt="4">
        <dgm:presLayoutVars>
          <dgm:chMax val="0"/>
          <dgm:chPref val="0"/>
        </dgm:presLayoutVars>
      </dgm:prSet>
      <dgm:spPr/>
    </dgm:pt>
    <dgm:pt modelId="{F36EDB31-C8A8-4D31-9CA9-F09C4B6658C2}" type="pres">
      <dgm:prSet presAssocID="{7CBDA677-A36E-4532-A08A-4CB394B3E9EE}" presName="desTx" presStyleLbl="revTx" presStyleIdx="1" presStyleCnt="4">
        <dgm:presLayoutVars/>
      </dgm:prSet>
      <dgm:spPr/>
    </dgm:pt>
    <dgm:pt modelId="{31E92773-11D4-41C3-8AED-A9CD9DF07DEA}" type="pres">
      <dgm:prSet presAssocID="{11A206AD-9EAC-45D4-8978-73564445D07C}" presName="sibTrans" presStyleCnt="0"/>
      <dgm:spPr/>
    </dgm:pt>
    <dgm:pt modelId="{A6B80065-8BE4-4C52-ABEF-3CC6A363213C}" type="pres">
      <dgm:prSet presAssocID="{5ADB18D7-0956-43DE-86C9-96F818B8BF94}" presName="compNode" presStyleCnt="0"/>
      <dgm:spPr/>
    </dgm:pt>
    <dgm:pt modelId="{F48E577C-69F4-425C-9F78-BCAEBBFE7948}" type="pres">
      <dgm:prSet presAssocID="{5ADB18D7-0956-43DE-86C9-96F818B8BF94}" presName="bgRect" presStyleLbl="bgShp" presStyleIdx="1" presStyleCnt="2"/>
      <dgm:spPr/>
    </dgm:pt>
    <dgm:pt modelId="{224F1132-A6F8-49F6-9D6B-49593E7EDC06}" type="pres">
      <dgm:prSet presAssocID="{5ADB18D7-0956-43DE-86C9-96F818B8BF9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3F53AFB6-5CB0-4B74-B32C-D6F6D1F4E3E7}" type="pres">
      <dgm:prSet presAssocID="{5ADB18D7-0956-43DE-86C9-96F818B8BF94}" presName="spaceRect" presStyleCnt="0"/>
      <dgm:spPr/>
    </dgm:pt>
    <dgm:pt modelId="{F305EFD2-1BCB-4D22-BEA5-EB49DC174730}" type="pres">
      <dgm:prSet presAssocID="{5ADB18D7-0956-43DE-86C9-96F818B8BF94}" presName="parTx" presStyleLbl="revTx" presStyleIdx="2" presStyleCnt="4">
        <dgm:presLayoutVars>
          <dgm:chMax val="0"/>
          <dgm:chPref val="0"/>
        </dgm:presLayoutVars>
      </dgm:prSet>
      <dgm:spPr/>
    </dgm:pt>
    <dgm:pt modelId="{B89E9F5A-00DB-4BB2-B83B-B25E94670A07}" type="pres">
      <dgm:prSet presAssocID="{5ADB18D7-0956-43DE-86C9-96F818B8BF94}" presName="desTx" presStyleLbl="revTx" presStyleIdx="3" presStyleCnt="4">
        <dgm:presLayoutVars/>
      </dgm:prSet>
      <dgm:spPr/>
    </dgm:pt>
  </dgm:ptLst>
  <dgm:cxnLst>
    <dgm:cxn modelId="{69388906-615C-473E-B823-86ED1312D1A4}" type="presOf" srcId="{936C82EB-4DD2-4BA0-A6A3-B5AD6654D592}" destId="{F36EDB31-C8A8-4D31-9CA9-F09C4B6658C2}" srcOrd="0" destOrd="1" presId="urn:microsoft.com/office/officeart/2018/2/layout/IconVerticalSolidList"/>
    <dgm:cxn modelId="{5F85F50D-3EB2-4E8F-B91B-7BC5ED83B029}" srcId="{5ADB18D7-0956-43DE-86C9-96F818B8BF94}" destId="{F55E7A62-039B-411D-AA34-12D12337AFC2}" srcOrd="0" destOrd="0" parTransId="{674839A5-7D6B-4040-9FCE-59A4BA5D6226}" sibTransId="{C7595888-834E-4ACB-8513-DCA3E6CDF832}"/>
    <dgm:cxn modelId="{4AD86416-1942-4C68-8BE6-5BE34E72EFF5}" type="presOf" srcId="{71904E89-C90E-4265-9EDC-989DA46C138C}" destId="{3793B367-5937-4CF3-9B14-4BD82CA4514F}" srcOrd="0" destOrd="0" presId="urn:microsoft.com/office/officeart/2018/2/layout/IconVerticalSolidList"/>
    <dgm:cxn modelId="{A329E819-4CCD-4AD7-8AC4-E6F9042F7349}" srcId="{7CBDA677-A36E-4532-A08A-4CB394B3E9EE}" destId="{AD130370-A118-422D-8844-802F21777918}" srcOrd="0" destOrd="0" parTransId="{6DE9C72D-2E63-4AD9-87C9-A621CAA8A5C3}" sibTransId="{EE7DC095-4426-426B-BB81-C7E6FD719AA8}"/>
    <dgm:cxn modelId="{57E6642D-A4FD-4914-ABE6-A30A45D5699B}" type="presOf" srcId="{2B855A71-3F56-496C-A306-0F32A147318E}" destId="{B89E9F5A-00DB-4BB2-B83B-B25E94670A07}" srcOrd="0" destOrd="1" presId="urn:microsoft.com/office/officeart/2018/2/layout/IconVerticalSolidList"/>
    <dgm:cxn modelId="{ABD4D935-36B3-45AF-8D61-E362C403ABCC}" srcId="{71904E89-C90E-4265-9EDC-989DA46C138C}" destId="{5ADB18D7-0956-43DE-86C9-96F818B8BF94}" srcOrd="1" destOrd="0" parTransId="{26DDCE09-E9BF-432C-9A72-E7CF1129F63A}" sibTransId="{00D5317E-7269-438A-A131-2231E0805A17}"/>
    <dgm:cxn modelId="{9B843A44-5AEE-4A1B-8CDA-A094D89E59D7}" srcId="{5ADB18D7-0956-43DE-86C9-96F818B8BF94}" destId="{2B855A71-3F56-496C-A306-0F32A147318E}" srcOrd="1" destOrd="0" parTransId="{6FEA80D3-3CBD-4A9E-B791-9E2A3056920C}" sibTransId="{D85FC96C-AC49-4886-B9CD-C4441215236F}"/>
    <dgm:cxn modelId="{8B051B56-A9FE-43E0-9423-DDC619787ADE}" srcId="{71904E89-C90E-4265-9EDC-989DA46C138C}" destId="{7CBDA677-A36E-4532-A08A-4CB394B3E9EE}" srcOrd="0" destOrd="0" parTransId="{BB2748B0-6717-43F1-BCFB-03DBB3A86158}" sibTransId="{11A206AD-9EAC-45D4-8978-73564445D07C}"/>
    <dgm:cxn modelId="{E6096A83-F98A-408C-AC94-05B9E6F491BB}" type="presOf" srcId="{AD130370-A118-422D-8844-802F21777918}" destId="{F36EDB31-C8A8-4D31-9CA9-F09C4B6658C2}" srcOrd="0" destOrd="0" presId="urn:microsoft.com/office/officeart/2018/2/layout/IconVerticalSolidList"/>
    <dgm:cxn modelId="{5C330198-82C2-4CB6-AC29-B4563F5C6205}" srcId="{7CBDA677-A36E-4532-A08A-4CB394B3E9EE}" destId="{936C82EB-4DD2-4BA0-A6A3-B5AD6654D592}" srcOrd="1" destOrd="0" parTransId="{42DD61FD-D326-446A-ACAA-A8DB8109A126}" sibTransId="{EFB0BDBC-F848-4CFD-BAB3-2DF466D945C1}"/>
    <dgm:cxn modelId="{2F8AF3BB-3B0B-4530-BC98-9B854D1037FB}" type="presOf" srcId="{F55E7A62-039B-411D-AA34-12D12337AFC2}" destId="{B89E9F5A-00DB-4BB2-B83B-B25E94670A07}" srcOrd="0" destOrd="0" presId="urn:microsoft.com/office/officeart/2018/2/layout/IconVerticalSolidList"/>
    <dgm:cxn modelId="{8BD9BEC4-5537-4364-AD5D-63831398BD34}" type="presOf" srcId="{7CBDA677-A36E-4532-A08A-4CB394B3E9EE}" destId="{CD97F317-6FF0-45C7-9937-1CC7728877D9}" srcOrd="0" destOrd="0" presId="urn:microsoft.com/office/officeart/2018/2/layout/IconVerticalSolidList"/>
    <dgm:cxn modelId="{E21396DE-BCA3-4EA4-9EE4-11A6CD49A0CA}" type="presOf" srcId="{5ADB18D7-0956-43DE-86C9-96F818B8BF94}" destId="{F305EFD2-1BCB-4D22-BEA5-EB49DC174730}" srcOrd="0" destOrd="0" presId="urn:microsoft.com/office/officeart/2018/2/layout/IconVerticalSolidList"/>
    <dgm:cxn modelId="{96A6F2D8-9CC9-4AA8-993B-4CD13C9655FD}" type="presParOf" srcId="{3793B367-5937-4CF3-9B14-4BD82CA4514F}" destId="{848E366F-E3C7-4453-B2C0-A842477917BD}" srcOrd="0" destOrd="0" presId="urn:microsoft.com/office/officeart/2018/2/layout/IconVerticalSolidList"/>
    <dgm:cxn modelId="{D6CA3C4D-B8F9-4595-B110-B2112F86BDEF}" type="presParOf" srcId="{848E366F-E3C7-4453-B2C0-A842477917BD}" destId="{ED35BDD4-08C3-46E1-A106-CBE01397D5CA}" srcOrd="0" destOrd="0" presId="urn:microsoft.com/office/officeart/2018/2/layout/IconVerticalSolidList"/>
    <dgm:cxn modelId="{0B7E9FD3-48BD-4098-B9DD-30257E4EA1A3}" type="presParOf" srcId="{848E366F-E3C7-4453-B2C0-A842477917BD}" destId="{FFFA5A32-278E-407F-B4EC-8722642CE86C}" srcOrd="1" destOrd="0" presId="urn:microsoft.com/office/officeart/2018/2/layout/IconVerticalSolidList"/>
    <dgm:cxn modelId="{7271DE22-E3F0-4EEE-B42B-AFDEE99FE800}" type="presParOf" srcId="{848E366F-E3C7-4453-B2C0-A842477917BD}" destId="{62CBC470-F16D-44E8-90AF-8951681360F9}" srcOrd="2" destOrd="0" presId="urn:microsoft.com/office/officeart/2018/2/layout/IconVerticalSolidList"/>
    <dgm:cxn modelId="{9DD46656-5CC9-40A2-AC7E-0BE39AE5D54C}" type="presParOf" srcId="{848E366F-E3C7-4453-B2C0-A842477917BD}" destId="{CD97F317-6FF0-45C7-9937-1CC7728877D9}" srcOrd="3" destOrd="0" presId="urn:microsoft.com/office/officeart/2018/2/layout/IconVerticalSolidList"/>
    <dgm:cxn modelId="{35733650-F6EE-4F56-BD4B-7B165A72376D}" type="presParOf" srcId="{848E366F-E3C7-4453-B2C0-A842477917BD}" destId="{F36EDB31-C8A8-4D31-9CA9-F09C4B6658C2}" srcOrd="4" destOrd="0" presId="urn:microsoft.com/office/officeart/2018/2/layout/IconVerticalSolidList"/>
    <dgm:cxn modelId="{55197CB6-8D30-4278-988B-D586A0A86437}" type="presParOf" srcId="{3793B367-5937-4CF3-9B14-4BD82CA4514F}" destId="{31E92773-11D4-41C3-8AED-A9CD9DF07DEA}" srcOrd="1" destOrd="0" presId="urn:microsoft.com/office/officeart/2018/2/layout/IconVerticalSolidList"/>
    <dgm:cxn modelId="{CCD7FA03-4B42-4867-8FA7-3A16C08888DC}" type="presParOf" srcId="{3793B367-5937-4CF3-9B14-4BD82CA4514F}" destId="{A6B80065-8BE4-4C52-ABEF-3CC6A363213C}" srcOrd="2" destOrd="0" presId="urn:microsoft.com/office/officeart/2018/2/layout/IconVerticalSolidList"/>
    <dgm:cxn modelId="{6EFB2F50-551B-4CBC-B4CC-44CD1265ADAD}" type="presParOf" srcId="{A6B80065-8BE4-4C52-ABEF-3CC6A363213C}" destId="{F48E577C-69F4-425C-9F78-BCAEBBFE7948}" srcOrd="0" destOrd="0" presId="urn:microsoft.com/office/officeart/2018/2/layout/IconVerticalSolidList"/>
    <dgm:cxn modelId="{84F48081-2DC7-4971-BA96-4F270028F795}" type="presParOf" srcId="{A6B80065-8BE4-4C52-ABEF-3CC6A363213C}" destId="{224F1132-A6F8-49F6-9D6B-49593E7EDC06}" srcOrd="1" destOrd="0" presId="urn:microsoft.com/office/officeart/2018/2/layout/IconVerticalSolidList"/>
    <dgm:cxn modelId="{10FCA477-187D-4102-81EF-FF7077C983FA}" type="presParOf" srcId="{A6B80065-8BE4-4C52-ABEF-3CC6A363213C}" destId="{3F53AFB6-5CB0-4B74-B32C-D6F6D1F4E3E7}" srcOrd="2" destOrd="0" presId="urn:microsoft.com/office/officeart/2018/2/layout/IconVerticalSolidList"/>
    <dgm:cxn modelId="{002BDE20-93D4-4049-B6C1-B31709D1BA4D}" type="presParOf" srcId="{A6B80065-8BE4-4C52-ABEF-3CC6A363213C}" destId="{F305EFD2-1BCB-4D22-BEA5-EB49DC174730}" srcOrd="3" destOrd="0" presId="urn:microsoft.com/office/officeart/2018/2/layout/IconVerticalSolidList"/>
    <dgm:cxn modelId="{36D83CF3-4039-45C2-94E0-9F9BC3E251BB}" type="presParOf" srcId="{A6B80065-8BE4-4C52-ABEF-3CC6A363213C}" destId="{B89E9F5A-00DB-4BB2-B83B-B25E94670A07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D8E0B09-9A6A-47B7-81A2-A64B2A585D4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8D29611-0234-44C8-8F65-6DFFA08F5858}">
      <dgm:prSet/>
      <dgm:spPr/>
      <dgm:t>
        <a:bodyPr/>
        <a:lstStyle/>
        <a:p>
          <a:r>
            <a:rPr lang="en-US"/>
            <a:t>Code:</a:t>
          </a:r>
        </a:p>
      </dgm:t>
    </dgm:pt>
    <dgm:pt modelId="{D12BDA6D-91B1-4CDB-BF9B-9B09BE91B5BC}" type="parTrans" cxnId="{7779BD6E-FBE0-4CA5-B744-D9AD0E510E62}">
      <dgm:prSet/>
      <dgm:spPr/>
      <dgm:t>
        <a:bodyPr/>
        <a:lstStyle/>
        <a:p>
          <a:endParaRPr lang="en-US"/>
        </a:p>
      </dgm:t>
    </dgm:pt>
    <dgm:pt modelId="{A32D6E5B-CF8D-4A81-9AE6-241BE87C82B9}" type="sibTrans" cxnId="{7779BD6E-FBE0-4CA5-B744-D9AD0E510E62}">
      <dgm:prSet/>
      <dgm:spPr/>
      <dgm:t>
        <a:bodyPr/>
        <a:lstStyle/>
        <a:p>
          <a:endParaRPr lang="en-US"/>
        </a:p>
      </dgm:t>
    </dgm:pt>
    <dgm:pt modelId="{36B23204-DC32-48CD-B23A-29EF57548583}">
      <dgm:prSet/>
      <dgm:spPr/>
      <dgm:t>
        <a:bodyPr/>
        <a:lstStyle/>
        <a:p>
          <a:r>
            <a:rPr lang="en-US"/>
            <a:t>known_faces = {}</a:t>
          </a:r>
        </a:p>
      </dgm:t>
    </dgm:pt>
    <dgm:pt modelId="{E8A955AF-6B96-4736-869F-93FE3D2C40A3}" type="parTrans" cxnId="{37A01BDC-572B-46DE-94E0-709F786A4654}">
      <dgm:prSet/>
      <dgm:spPr/>
      <dgm:t>
        <a:bodyPr/>
        <a:lstStyle/>
        <a:p>
          <a:endParaRPr lang="en-US"/>
        </a:p>
      </dgm:t>
    </dgm:pt>
    <dgm:pt modelId="{B205A305-5A60-41E7-9574-1D591EB17896}" type="sibTrans" cxnId="{37A01BDC-572B-46DE-94E0-709F786A4654}">
      <dgm:prSet/>
      <dgm:spPr/>
      <dgm:t>
        <a:bodyPr/>
        <a:lstStyle/>
        <a:p>
          <a:endParaRPr lang="en-US"/>
        </a:p>
      </dgm:t>
    </dgm:pt>
    <dgm:pt modelId="{848903E3-3946-4C59-A6BD-0D1D7BDB8304}">
      <dgm:prSet/>
      <dgm:spPr/>
      <dgm:t>
        <a:bodyPr/>
        <a:lstStyle/>
        <a:p>
          <a:r>
            <a:rPr lang="en-US"/>
            <a:t>known_faces[identity] = face_embedding</a:t>
          </a:r>
        </a:p>
      </dgm:t>
    </dgm:pt>
    <dgm:pt modelId="{F07DC8F0-8C0A-4F3F-B58D-E069D248A229}" type="parTrans" cxnId="{0E39592D-0B50-4575-AE33-35CBFF6F158A}">
      <dgm:prSet/>
      <dgm:spPr/>
      <dgm:t>
        <a:bodyPr/>
        <a:lstStyle/>
        <a:p>
          <a:endParaRPr lang="en-US"/>
        </a:p>
      </dgm:t>
    </dgm:pt>
    <dgm:pt modelId="{12D1B846-1ED7-4676-9895-29E95477F499}" type="sibTrans" cxnId="{0E39592D-0B50-4575-AE33-35CBFF6F158A}">
      <dgm:prSet/>
      <dgm:spPr/>
      <dgm:t>
        <a:bodyPr/>
        <a:lstStyle/>
        <a:p>
          <a:endParaRPr lang="en-US"/>
        </a:p>
      </dgm:t>
    </dgm:pt>
    <dgm:pt modelId="{A43C0889-03C9-4D78-81E2-7801B81CA3F3}">
      <dgm:prSet/>
      <dgm:spPr/>
      <dgm:t>
        <a:bodyPr/>
        <a:lstStyle/>
        <a:p>
          <a:r>
            <a:rPr lang="en-US"/>
            <a:t>identity = recognize_face(face_embedding, 	known_faces)</a:t>
          </a:r>
        </a:p>
      </dgm:t>
    </dgm:pt>
    <dgm:pt modelId="{FCFC874C-225A-4B73-8251-E1414C5A6288}" type="parTrans" cxnId="{49B7175E-49B1-4063-997A-4B9D74261855}">
      <dgm:prSet/>
      <dgm:spPr/>
      <dgm:t>
        <a:bodyPr/>
        <a:lstStyle/>
        <a:p>
          <a:endParaRPr lang="en-US"/>
        </a:p>
      </dgm:t>
    </dgm:pt>
    <dgm:pt modelId="{13823A64-DEF3-40FC-8D75-1E0B6D0BEADA}" type="sibTrans" cxnId="{49B7175E-49B1-4063-997A-4B9D74261855}">
      <dgm:prSet/>
      <dgm:spPr/>
      <dgm:t>
        <a:bodyPr/>
        <a:lstStyle/>
        <a:p>
          <a:endParaRPr lang="en-US"/>
        </a:p>
      </dgm:t>
    </dgm:pt>
    <dgm:pt modelId="{36B540C2-2AB7-437F-A474-9EF5E387343D}">
      <dgm:prSet/>
      <dgm:spPr/>
      <dgm:t>
        <a:bodyPr/>
        <a:lstStyle/>
        <a:p>
          <a:r>
            <a:rPr lang="en-US"/>
            <a:t>Explanation:</a:t>
          </a:r>
        </a:p>
      </dgm:t>
    </dgm:pt>
    <dgm:pt modelId="{B60095F4-2B4C-4593-AAEF-69428AD2D6D7}" type="parTrans" cxnId="{5EACDBCC-E016-4D1B-8A4F-970DB23C16F1}">
      <dgm:prSet/>
      <dgm:spPr/>
      <dgm:t>
        <a:bodyPr/>
        <a:lstStyle/>
        <a:p>
          <a:endParaRPr lang="en-US"/>
        </a:p>
      </dgm:t>
    </dgm:pt>
    <dgm:pt modelId="{2423D25A-231E-4977-A9DD-D84CE5BBC7C1}" type="sibTrans" cxnId="{5EACDBCC-E016-4D1B-8A4F-970DB23C16F1}">
      <dgm:prSet/>
      <dgm:spPr/>
      <dgm:t>
        <a:bodyPr/>
        <a:lstStyle/>
        <a:p>
          <a:endParaRPr lang="en-US"/>
        </a:p>
      </dgm:t>
    </dgm:pt>
    <dgm:pt modelId="{35F3D49E-DF18-4310-A841-861541A7CBA1}">
      <dgm:prSet/>
      <dgm:spPr/>
      <dgm:t>
        <a:bodyPr/>
        <a:lstStyle/>
        <a:p>
          <a:r>
            <a:rPr lang="en-US"/>
            <a:t>Captures and stores face embeddings in a dictionary.</a:t>
          </a:r>
        </a:p>
      </dgm:t>
    </dgm:pt>
    <dgm:pt modelId="{94BA2418-BCBD-4586-870B-4DFE165B15B8}" type="parTrans" cxnId="{26AF4C32-F0B6-41FA-B315-62F37C784898}">
      <dgm:prSet/>
      <dgm:spPr/>
      <dgm:t>
        <a:bodyPr/>
        <a:lstStyle/>
        <a:p>
          <a:endParaRPr lang="en-US"/>
        </a:p>
      </dgm:t>
    </dgm:pt>
    <dgm:pt modelId="{E8E3F687-E207-40FF-9F73-300F4D6A296D}" type="sibTrans" cxnId="{26AF4C32-F0B6-41FA-B315-62F37C784898}">
      <dgm:prSet/>
      <dgm:spPr/>
      <dgm:t>
        <a:bodyPr/>
        <a:lstStyle/>
        <a:p>
          <a:endParaRPr lang="en-US"/>
        </a:p>
      </dgm:t>
    </dgm:pt>
    <dgm:pt modelId="{2F773E48-C6FB-4158-8EE6-39E6169D652F}">
      <dgm:prSet/>
      <dgm:spPr/>
      <dgm:t>
        <a:bodyPr/>
        <a:lstStyle/>
        <a:p>
          <a:r>
            <a:rPr lang="en-US"/>
            <a:t>Recognizes faces by comparing embeddings using 	Euclidean distance.</a:t>
          </a:r>
        </a:p>
      </dgm:t>
    </dgm:pt>
    <dgm:pt modelId="{215C7373-4551-41C6-86A6-C7FEAAE9A75A}" type="parTrans" cxnId="{AC5D8460-5C4A-43A9-8AC2-F15210EBF823}">
      <dgm:prSet/>
      <dgm:spPr/>
      <dgm:t>
        <a:bodyPr/>
        <a:lstStyle/>
        <a:p>
          <a:endParaRPr lang="en-US"/>
        </a:p>
      </dgm:t>
    </dgm:pt>
    <dgm:pt modelId="{33D30B77-B0BF-4A7A-B839-8A0677FF5505}" type="sibTrans" cxnId="{AC5D8460-5C4A-43A9-8AC2-F15210EBF823}">
      <dgm:prSet/>
      <dgm:spPr/>
      <dgm:t>
        <a:bodyPr/>
        <a:lstStyle/>
        <a:p>
          <a:endParaRPr lang="en-US"/>
        </a:p>
      </dgm:t>
    </dgm:pt>
    <dgm:pt modelId="{857C825D-97B0-4E1C-9356-79A52A6CC045}" type="pres">
      <dgm:prSet presAssocID="{FD8E0B09-9A6A-47B7-81A2-A64B2A585D42}" presName="linear" presStyleCnt="0">
        <dgm:presLayoutVars>
          <dgm:animLvl val="lvl"/>
          <dgm:resizeHandles val="exact"/>
        </dgm:presLayoutVars>
      </dgm:prSet>
      <dgm:spPr/>
    </dgm:pt>
    <dgm:pt modelId="{92DE2CB1-22B3-42BB-B417-EE0D37563475}" type="pres">
      <dgm:prSet presAssocID="{78D29611-0234-44C8-8F65-6DFFA08F585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92EFB69-CA36-486E-AFF1-95116C609FDE}" type="pres">
      <dgm:prSet presAssocID="{78D29611-0234-44C8-8F65-6DFFA08F5858}" presName="childText" presStyleLbl="revTx" presStyleIdx="0" presStyleCnt="2">
        <dgm:presLayoutVars>
          <dgm:bulletEnabled val="1"/>
        </dgm:presLayoutVars>
      </dgm:prSet>
      <dgm:spPr/>
    </dgm:pt>
    <dgm:pt modelId="{92C6378C-4422-46D9-A311-27BFC4F9A6B0}" type="pres">
      <dgm:prSet presAssocID="{36B540C2-2AB7-437F-A474-9EF5E387343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8F21EFE-516F-42D9-B192-152C172839CD}" type="pres">
      <dgm:prSet presAssocID="{36B540C2-2AB7-437F-A474-9EF5E387343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C5B9105-BB3E-4DF9-BCBD-435B9D6879AA}" type="presOf" srcId="{36B23204-DC32-48CD-B23A-29EF57548583}" destId="{D92EFB69-CA36-486E-AFF1-95116C609FDE}" srcOrd="0" destOrd="0" presId="urn:microsoft.com/office/officeart/2005/8/layout/vList2"/>
    <dgm:cxn modelId="{48B63C0A-AEA7-4081-BBE2-D0F362B1DA70}" type="presOf" srcId="{A43C0889-03C9-4D78-81E2-7801B81CA3F3}" destId="{D92EFB69-CA36-486E-AFF1-95116C609FDE}" srcOrd="0" destOrd="2" presId="urn:microsoft.com/office/officeart/2005/8/layout/vList2"/>
    <dgm:cxn modelId="{D580662B-794A-4889-99E7-74BFF3756BA5}" type="presOf" srcId="{2F773E48-C6FB-4158-8EE6-39E6169D652F}" destId="{88F21EFE-516F-42D9-B192-152C172839CD}" srcOrd="0" destOrd="1" presId="urn:microsoft.com/office/officeart/2005/8/layout/vList2"/>
    <dgm:cxn modelId="{0E39592D-0B50-4575-AE33-35CBFF6F158A}" srcId="{78D29611-0234-44C8-8F65-6DFFA08F5858}" destId="{848903E3-3946-4C59-A6BD-0D1D7BDB8304}" srcOrd="1" destOrd="0" parTransId="{F07DC8F0-8C0A-4F3F-B58D-E069D248A229}" sibTransId="{12D1B846-1ED7-4676-9895-29E95477F499}"/>
    <dgm:cxn modelId="{113CF42D-F5CC-457E-9635-601D9309F147}" type="presOf" srcId="{848903E3-3946-4C59-A6BD-0D1D7BDB8304}" destId="{D92EFB69-CA36-486E-AFF1-95116C609FDE}" srcOrd="0" destOrd="1" presId="urn:microsoft.com/office/officeart/2005/8/layout/vList2"/>
    <dgm:cxn modelId="{26AF4C32-F0B6-41FA-B315-62F37C784898}" srcId="{36B540C2-2AB7-437F-A474-9EF5E387343D}" destId="{35F3D49E-DF18-4310-A841-861541A7CBA1}" srcOrd="0" destOrd="0" parTransId="{94BA2418-BCBD-4586-870B-4DFE165B15B8}" sibTransId="{E8E3F687-E207-40FF-9F73-300F4D6A296D}"/>
    <dgm:cxn modelId="{49B7175E-49B1-4063-997A-4B9D74261855}" srcId="{78D29611-0234-44C8-8F65-6DFFA08F5858}" destId="{A43C0889-03C9-4D78-81E2-7801B81CA3F3}" srcOrd="2" destOrd="0" parTransId="{FCFC874C-225A-4B73-8251-E1414C5A6288}" sibTransId="{13823A64-DEF3-40FC-8D75-1E0B6D0BEADA}"/>
    <dgm:cxn modelId="{AC5D8460-5C4A-43A9-8AC2-F15210EBF823}" srcId="{36B540C2-2AB7-437F-A474-9EF5E387343D}" destId="{2F773E48-C6FB-4158-8EE6-39E6169D652F}" srcOrd="1" destOrd="0" parTransId="{215C7373-4551-41C6-86A6-C7FEAAE9A75A}" sibTransId="{33D30B77-B0BF-4A7A-B839-8A0677FF5505}"/>
    <dgm:cxn modelId="{7779BD6E-FBE0-4CA5-B744-D9AD0E510E62}" srcId="{FD8E0B09-9A6A-47B7-81A2-A64B2A585D42}" destId="{78D29611-0234-44C8-8F65-6DFFA08F5858}" srcOrd="0" destOrd="0" parTransId="{D12BDA6D-91B1-4CDB-BF9B-9B09BE91B5BC}" sibTransId="{A32D6E5B-CF8D-4A81-9AE6-241BE87C82B9}"/>
    <dgm:cxn modelId="{9DA90E51-2EEA-432B-BFA0-EA154C3FDD93}" type="presOf" srcId="{35F3D49E-DF18-4310-A841-861541A7CBA1}" destId="{88F21EFE-516F-42D9-B192-152C172839CD}" srcOrd="0" destOrd="0" presId="urn:microsoft.com/office/officeart/2005/8/layout/vList2"/>
    <dgm:cxn modelId="{9C8E7F89-378C-4CD2-820C-2172EE910201}" type="presOf" srcId="{36B540C2-2AB7-437F-A474-9EF5E387343D}" destId="{92C6378C-4422-46D9-A311-27BFC4F9A6B0}" srcOrd="0" destOrd="0" presId="urn:microsoft.com/office/officeart/2005/8/layout/vList2"/>
    <dgm:cxn modelId="{ED53F79B-8468-45ED-B592-D869A6631DA3}" type="presOf" srcId="{FD8E0B09-9A6A-47B7-81A2-A64B2A585D42}" destId="{857C825D-97B0-4E1C-9356-79A52A6CC045}" srcOrd="0" destOrd="0" presId="urn:microsoft.com/office/officeart/2005/8/layout/vList2"/>
    <dgm:cxn modelId="{AB3666B3-2D32-4BF9-BE0F-24BC5B898BEF}" type="presOf" srcId="{78D29611-0234-44C8-8F65-6DFFA08F5858}" destId="{92DE2CB1-22B3-42BB-B417-EE0D37563475}" srcOrd="0" destOrd="0" presId="urn:microsoft.com/office/officeart/2005/8/layout/vList2"/>
    <dgm:cxn modelId="{5EACDBCC-E016-4D1B-8A4F-970DB23C16F1}" srcId="{FD8E0B09-9A6A-47B7-81A2-A64B2A585D42}" destId="{36B540C2-2AB7-437F-A474-9EF5E387343D}" srcOrd="1" destOrd="0" parTransId="{B60095F4-2B4C-4593-AAEF-69428AD2D6D7}" sibTransId="{2423D25A-231E-4977-A9DD-D84CE5BBC7C1}"/>
    <dgm:cxn modelId="{37A01BDC-572B-46DE-94E0-709F786A4654}" srcId="{78D29611-0234-44C8-8F65-6DFFA08F5858}" destId="{36B23204-DC32-48CD-B23A-29EF57548583}" srcOrd="0" destOrd="0" parTransId="{E8A955AF-6B96-4736-869F-93FE3D2C40A3}" sibTransId="{B205A305-5A60-41E7-9574-1D591EB17896}"/>
    <dgm:cxn modelId="{B2506FFC-85A8-4AC8-86D4-E1AAE6385B3F}" type="presParOf" srcId="{857C825D-97B0-4E1C-9356-79A52A6CC045}" destId="{92DE2CB1-22B3-42BB-B417-EE0D37563475}" srcOrd="0" destOrd="0" presId="urn:microsoft.com/office/officeart/2005/8/layout/vList2"/>
    <dgm:cxn modelId="{F5E4AB09-6DB5-4336-9A24-206EFBEAB184}" type="presParOf" srcId="{857C825D-97B0-4E1C-9356-79A52A6CC045}" destId="{D92EFB69-CA36-486E-AFF1-95116C609FDE}" srcOrd="1" destOrd="0" presId="urn:microsoft.com/office/officeart/2005/8/layout/vList2"/>
    <dgm:cxn modelId="{40FE5E48-5EB6-49EE-841E-A21EB850874C}" type="presParOf" srcId="{857C825D-97B0-4E1C-9356-79A52A6CC045}" destId="{92C6378C-4422-46D9-A311-27BFC4F9A6B0}" srcOrd="2" destOrd="0" presId="urn:microsoft.com/office/officeart/2005/8/layout/vList2"/>
    <dgm:cxn modelId="{1C6B4B71-1030-4884-8554-EC07088AE1F1}" type="presParOf" srcId="{857C825D-97B0-4E1C-9356-79A52A6CC045}" destId="{88F21EFE-516F-42D9-B192-152C172839C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0609F18-6EC6-4DA6-8199-CD78693EB00C}" type="doc">
      <dgm:prSet loTypeId="urn:microsoft.com/office/officeart/2005/8/layout/vList5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E35C90-348D-4A59-BBD9-DACBC0172E75}">
      <dgm:prSet/>
      <dgm:spPr/>
      <dgm:t>
        <a:bodyPr/>
        <a:lstStyle/>
        <a:p>
          <a:r>
            <a:rPr lang="en-US"/>
            <a:t>Code:</a:t>
          </a:r>
        </a:p>
      </dgm:t>
    </dgm:pt>
    <dgm:pt modelId="{FFA371FE-912B-4B15-98DC-28691359DFA7}" type="parTrans" cxnId="{92A4B880-A7A3-4903-B300-ABEF5783F49B}">
      <dgm:prSet/>
      <dgm:spPr/>
      <dgm:t>
        <a:bodyPr/>
        <a:lstStyle/>
        <a:p>
          <a:endParaRPr lang="en-US"/>
        </a:p>
      </dgm:t>
    </dgm:pt>
    <dgm:pt modelId="{DEC234E7-4F68-4989-9D5D-12429FB106D1}" type="sibTrans" cxnId="{92A4B880-A7A3-4903-B300-ABEF5783F49B}">
      <dgm:prSet/>
      <dgm:spPr/>
      <dgm:t>
        <a:bodyPr/>
        <a:lstStyle/>
        <a:p>
          <a:endParaRPr lang="en-US"/>
        </a:p>
      </dgm:t>
    </dgm:pt>
    <dgm:pt modelId="{74AFFBD7-070D-4C5F-A9E4-7971D79B09D3}">
      <dgm:prSet/>
      <dgm:spPr/>
      <dgm:t>
        <a:bodyPr/>
        <a:lstStyle/>
        <a:p>
          <a:pPr>
            <a:buNone/>
          </a:pPr>
          <a:r>
            <a:rPr lang="en-US" dirty="0"/>
            <a:t>video = cv2.VideoCapture(0)</a:t>
          </a:r>
        </a:p>
      </dgm:t>
    </dgm:pt>
    <dgm:pt modelId="{932DCC94-FCB9-48CE-82D7-55D127DF8AEA}" type="parTrans" cxnId="{83B14595-0F5E-44EA-A099-AAC8CB760556}">
      <dgm:prSet/>
      <dgm:spPr/>
      <dgm:t>
        <a:bodyPr/>
        <a:lstStyle/>
        <a:p>
          <a:endParaRPr lang="en-US"/>
        </a:p>
      </dgm:t>
    </dgm:pt>
    <dgm:pt modelId="{E71D22B0-DB1F-49F2-94E6-1EF89DECBA00}" type="sibTrans" cxnId="{83B14595-0F5E-44EA-A099-AAC8CB760556}">
      <dgm:prSet/>
      <dgm:spPr/>
      <dgm:t>
        <a:bodyPr/>
        <a:lstStyle/>
        <a:p>
          <a:endParaRPr lang="en-US"/>
        </a:p>
      </dgm:t>
    </dgm:pt>
    <dgm:pt modelId="{86CD24F7-D403-4796-AA2A-A30C74A7C38D}">
      <dgm:prSet/>
      <dgm:spPr/>
      <dgm:t>
        <a:bodyPr/>
        <a:lstStyle/>
        <a:p>
          <a:pPr>
            <a:buNone/>
          </a:pPr>
          <a:r>
            <a:rPr lang="en-US" dirty="0"/>
            <a:t>while True:</a:t>
          </a:r>
        </a:p>
      </dgm:t>
    </dgm:pt>
    <dgm:pt modelId="{5629A6EC-B9E1-4681-BE44-DAEAEF864802}" type="parTrans" cxnId="{247E3E18-6E22-4EF3-AD3C-77062977D2A5}">
      <dgm:prSet/>
      <dgm:spPr/>
      <dgm:t>
        <a:bodyPr/>
        <a:lstStyle/>
        <a:p>
          <a:endParaRPr lang="en-US"/>
        </a:p>
      </dgm:t>
    </dgm:pt>
    <dgm:pt modelId="{2EAB2E9C-B6E0-4B3A-A3F0-D490356CF836}" type="sibTrans" cxnId="{247E3E18-6E22-4EF3-AD3C-77062977D2A5}">
      <dgm:prSet/>
      <dgm:spPr/>
      <dgm:t>
        <a:bodyPr/>
        <a:lstStyle/>
        <a:p>
          <a:endParaRPr lang="en-US"/>
        </a:p>
      </dgm:t>
    </dgm:pt>
    <dgm:pt modelId="{4FB071C8-CDF9-442F-9C6D-A5C093E2DADA}">
      <dgm:prSet/>
      <dgm:spPr/>
      <dgm:t>
        <a:bodyPr/>
        <a:lstStyle/>
        <a:p>
          <a:pPr>
            <a:buNone/>
          </a:pPr>
          <a:r>
            <a:rPr lang="en-US" dirty="0"/>
            <a:t>ret, frame = </a:t>
          </a:r>
          <a:r>
            <a:rPr lang="en-US" dirty="0" err="1"/>
            <a:t>video.read</a:t>
          </a:r>
          <a:r>
            <a:rPr lang="en-US" dirty="0"/>
            <a:t>()</a:t>
          </a:r>
        </a:p>
      </dgm:t>
    </dgm:pt>
    <dgm:pt modelId="{025DE319-18C8-425F-A642-E9D77A5D5623}" type="parTrans" cxnId="{E47F6C25-9A96-49F0-964B-CAC44E42A38E}">
      <dgm:prSet/>
      <dgm:spPr/>
      <dgm:t>
        <a:bodyPr/>
        <a:lstStyle/>
        <a:p>
          <a:endParaRPr lang="en-US"/>
        </a:p>
      </dgm:t>
    </dgm:pt>
    <dgm:pt modelId="{7A174B85-D4BE-48FE-BC73-1EE53A0C2A24}" type="sibTrans" cxnId="{E47F6C25-9A96-49F0-964B-CAC44E42A38E}">
      <dgm:prSet/>
      <dgm:spPr/>
      <dgm:t>
        <a:bodyPr/>
        <a:lstStyle/>
        <a:p>
          <a:endParaRPr lang="en-US"/>
        </a:p>
      </dgm:t>
    </dgm:pt>
    <dgm:pt modelId="{15FAACD8-9060-47AF-B5B7-AE9C5503E8F7}">
      <dgm:prSet/>
      <dgm:spPr/>
      <dgm:t>
        <a:bodyPr/>
        <a:lstStyle/>
        <a:p>
          <a:pPr>
            <a:buNone/>
          </a:pPr>
          <a:r>
            <a:rPr lang="en-US" dirty="0"/>
            <a:t>faces = </a:t>
          </a:r>
          <a:r>
            <a:rPr lang="en-US" dirty="0" err="1"/>
            <a:t>facedetect.detectMultiScale</a:t>
          </a:r>
          <a:r>
            <a:rPr lang="en-US" dirty="0"/>
            <a:t>(frame, 1.3, 5)</a:t>
          </a:r>
        </a:p>
      </dgm:t>
    </dgm:pt>
    <dgm:pt modelId="{F4D085A3-581A-4140-A590-BE27B259757D}" type="parTrans" cxnId="{29D5302E-4C33-4A2B-A4BE-5E99898F4EE5}">
      <dgm:prSet/>
      <dgm:spPr/>
      <dgm:t>
        <a:bodyPr/>
        <a:lstStyle/>
        <a:p>
          <a:endParaRPr lang="en-US"/>
        </a:p>
      </dgm:t>
    </dgm:pt>
    <dgm:pt modelId="{A9E15C4D-E8B6-42EC-A590-12569E12F37B}" type="sibTrans" cxnId="{29D5302E-4C33-4A2B-A4BE-5E99898F4EE5}">
      <dgm:prSet/>
      <dgm:spPr/>
      <dgm:t>
        <a:bodyPr/>
        <a:lstStyle/>
        <a:p>
          <a:endParaRPr lang="en-US"/>
        </a:p>
      </dgm:t>
    </dgm:pt>
    <dgm:pt modelId="{F3FDA492-0B17-4947-A873-AA650FBE50C9}">
      <dgm:prSet/>
      <dgm:spPr/>
      <dgm:t>
        <a:bodyPr/>
        <a:lstStyle/>
        <a:p>
          <a:pPr>
            <a:buNone/>
          </a:pPr>
          <a:r>
            <a:rPr lang="en-US" dirty="0"/>
            <a:t>for (x, y, w, h) in faces:</a:t>
          </a:r>
        </a:p>
      </dgm:t>
    </dgm:pt>
    <dgm:pt modelId="{F556696F-E4EB-4CB1-9E3D-FBC2ABBFBDC6}" type="parTrans" cxnId="{605B3F91-0D12-493E-BD04-8009E1D1EFE5}">
      <dgm:prSet/>
      <dgm:spPr/>
      <dgm:t>
        <a:bodyPr/>
        <a:lstStyle/>
        <a:p>
          <a:endParaRPr lang="en-US"/>
        </a:p>
      </dgm:t>
    </dgm:pt>
    <dgm:pt modelId="{DA1E3941-4C30-41F0-A76A-FA4E594A38C6}" type="sibTrans" cxnId="{605B3F91-0D12-493E-BD04-8009E1D1EFE5}">
      <dgm:prSet/>
      <dgm:spPr/>
      <dgm:t>
        <a:bodyPr/>
        <a:lstStyle/>
        <a:p>
          <a:endParaRPr lang="en-US"/>
        </a:p>
      </dgm:t>
    </dgm:pt>
    <dgm:pt modelId="{DCA1098B-4181-4631-B0D8-BB9F3384A6A8}">
      <dgm:prSet/>
      <dgm:spPr/>
      <dgm:t>
        <a:bodyPr/>
        <a:lstStyle/>
        <a:p>
          <a:pPr>
            <a:buNone/>
          </a:pPr>
          <a:r>
            <a:rPr lang="en-US" dirty="0"/>
            <a:t>cv2.rectangle(frame, (x, y), (</a:t>
          </a:r>
          <a:r>
            <a:rPr lang="en-US" dirty="0" err="1"/>
            <a:t>x+w</a:t>
          </a:r>
          <a:r>
            <a:rPr lang="en-US" dirty="0"/>
            <a:t>, </a:t>
          </a:r>
          <a:r>
            <a:rPr lang="en-US" dirty="0" err="1"/>
            <a:t>y+h</a:t>
          </a:r>
          <a:r>
            <a:rPr lang="en-US" dirty="0"/>
            <a:t>), (0, 255, 0), 2)</a:t>
          </a:r>
        </a:p>
      </dgm:t>
    </dgm:pt>
    <dgm:pt modelId="{2220B160-1B96-4C9F-A359-F414C4F83749}" type="parTrans" cxnId="{91637575-82B1-4BE8-8024-842BF0FD7567}">
      <dgm:prSet/>
      <dgm:spPr/>
      <dgm:t>
        <a:bodyPr/>
        <a:lstStyle/>
        <a:p>
          <a:endParaRPr lang="en-US"/>
        </a:p>
      </dgm:t>
    </dgm:pt>
    <dgm:pt modelId="{6C780A06-D6BC-4F9A-BAC6-315F9E319E6D}" type="sibTrans" cxnId="{91637575-82B1-4BE8-8024-842BF0FD7567}">
      <dgm:prSet/>
      <dgm:spPr/>
      <dgm:t>
        <a:bodyPr/>
        <a:lstStyle/>
        <a:p>
          <a:endParaRPr lang="en-US"/>
        </a:p>
      </dgm:t>
    </dgm:pt>
    <dgm:pt modelId="{3E98E776-5529-4270-AAD7-B58DD268401F}">
      <dgm:prSet/>
      <dgm:spPr/>
      <dgm:t>
        <a:bodyPr/>
        <a:lstStyle/>
        <a:p>
          <a:pPr>
            <a:buNone/>
          </a:pPr>
          <a:r>
            <a:rPr lang="en-US" dirty="0" err="1"/>
            <a:t>tracker.update</a:t>
          </a:r>
          <a:r>
            <a:rPr lang="en-US" dirty="0"/>
            <a:t>(frame)</a:t>
          </a:r>
        </a:p>
      </dgm:t>
    </dgm:pt>
    <dgm:pt modelId="{71113B11-E31E-446F-9E97-D641531ABA2D}" type="parTrans" cxnId="{4EA08269-EA3B-45B8-9041-7B866A63491B}">
      <dgm:prSet/>
      <dgm:spPr/>
      <dgm:t>
        <a:bodyPr/>
        <a:lstStyle/>
        <a:p>
          <a:endParaRPr lang="en-US"/>
        </a:p>
      </dgm:t>
    </dgm:pt>
    <dgm:pt modelId="{5FB97715-B30C-4717-AE4B-8AEE15AB501C}" type="sibTrans" cxnId="{4EA08269-EA3B-45B8-9041-7B866A63491B}">
      <dgm:prSet/>
      <dgm:spPr/>
      <dgm:t>
        <a:bodyPr/>
        <a:lstStyle/>
        <a:p>
          <a:endParaRPr lang="en-US"/>
        </a:p>
      </dgm:t>
    </dgm:pt>
    <dgm:pt modelId="{74733435-0024-4C7A-8017-3B9EE74648BC}">
      <dgm:prSet/>
      <dgm:spPr/>
      <dgm:t>
        <a:bodyPr/>
        <a:lstStyle/>
        <a:p>
          <a:pPr>
            <a:buNone/>
          </a:pPr>
          <a:r>
            <a:rPr lang="en-US" dirty="0"/>
            <a:t>cv2.imshow('Frame', frame)</a:t>
          </a:r>
        </a:p>
      </dgm:t>
    </dgm:pt>
    <dgm:pt modelId="{7507E9AE-9F4F-44B6-8A31-C3F74D827FE9}" type="parTrans" cxnId="{0CD27A2C-072B-4356-8618-D03F168530C2}">
      <dgm:prSet/>
      <dgm:spPr/>
      <dgm:t>
        <a:bodyPr/>
        <a:lstStyle/>
        <a:p>
          <a:endParaRPr lang="en-US"/>
        </a:p>
      </dgm:t>
    </dgm:pt>
    <dgm:pt modelId="{5EC47CA0-FAEB-4621-98FA-551D59B2B4E2}" type="sibTrans" cxnId="{0CD27A2C-072B-4356-8618-D03F168530C2}">
      <dgm:prSet/>
      <dgm:spPr/>
      <dgm:t>
        <a:bodyPr/>
        <a:lstStyle/>
        <a:p>
          <a:endParaRPr lang="en-US"/>
        </a:p>
      </dgm:t>
    </dgm:pt>
    <dgm:pt modelId="{688B73C4-8075-4281-B660-F7C5B0A922F7}">
      <dgm:prSet/>
      <dgm:spPr/>
      <dgm:t>
        <a:bodyPr/>
        <a:lstStyle/>
        <a:p>
          <a:r>
            <a:rPr lang="en-US"/>
            <a:t>Explanation:</a:t>
          </a:r>
        </a:p>
      </dgm:t>
    </dgm:pt>
    <dgm:pt modelId="{B524ADA6-533F-428C-A927-0FB1728DE40D}" type="parTrans" cxnId="{3BB04E82-124E-4E8D-8A7D-C8FCF1250A9F}">
      <dgm:prSet/>
      <dgm:spPr/>
      <dgm:t>
        <a:bodyPr/>
        <a:lstStyle/>
        <a:p>
          <a:endParaRPr lang="en-US"/>
        </a:p>
      </dgm:t>
    </dgm:pt>
    <dgm:pt modelId="{75A3AB10-F10F-496E-AAA0-C90493EA1AE5}" type="sibTrans" cxnId="{3BB04E82-124E-4E8D-8A7D-C8FCF1250A9F}">
      <dgm:prSet/>
      <dgm:spPr/>
      <dgm:t>
        <a:bodyPr/>
        <a:lstStyle/>
        <a:p>
          <a:endParaRPr lang="en-US"/>
        </a:p>
      </dgm:t>
    </dgm:pt>
    <dgm:pt modelId="{75AF886B-F97B-4596-9E6F-744C0E6B2240}">
      <dgm:prSet/>
      <dgm:spPr/>
      <dgm:t>
        <a:bodyPr/>
        <a:lstStyle/>
        <a:p>
          <a:r>
            <a:rPr lang="en-US"/>
            <a:t>Captures video feed and tracks faces frame-by-frame.</a:t>
          </a:r>
        </a:p>
      </dgm:t>
    </dgm:pt>
    <dgm:pt modelId="{162CE449-D19F-4307-8D4B-E16561FB9E67}" type="parTrans" cxnId="{7D6575C7-50E1-4E64-A366-9EBEA9ECC299}">
      <dgm:prSet/>
      <dgm:spPr/>
      <dgm:t>
        <a:bodyPr/>
        <a:lstStyle/>
        <a:p>
          <a:endParaRPr lang="en-US"/>
        </a:p>
      </dgm:t>
    </dgm:pt>
    <dgm:pt modelId="{3FA0F48E-DB65-460B-9A0F-55BD4408B7DE}" type="sibTrans" cxnId="{7D6575C7-50E1-4E64-A366-9EBEA9ECC299}">
      <dgm:prSet/>
      <dgm:spPr/>
      <dgm:t>
        <a:bodyPr/>
        <a:lstStyle/>
        <a:p>
          <a:endParaRPr lang="en-US"/>
        </a:p>
      </dgm:t>
    </dgm:pt>
    <dgm:pt modelId="{3915ACB5-516A-4F83-9C93-32C5D91D04BE}">
      <dgm:prSet/>
      <dgm:spPr/>
      <dgm:t>
        <a:bodyPr/>
        <a:lstStyle/>
        <a:p>
          <a:r>
            <a:rPr lang="en-US"/>
            <a:t>Shows real-time updates of detected faces and their identities</a:t>
          </a:r>
        </a:p>
      </dgm:t>
    </dgm:pt>
    <dgm:pt modelId="{BD43C425-5DDC-437A-B23F-0A352ECC7F2F}" type="parTrans" cxnId="{A882ACE3-1C5F-4BCA-90D3-7CB9EEB9ADEB}">
      <dgm:prSet/>
      <dgm:spPr/>
      <dgm:t>
        <a:bodyPr/>
        <a:lstStyle/>
        <a:p>
          <a:endParaRPr lang="en-US"/>
        </a:p>
      </dgm:t>
    </dgm:pt>
    <dgm:pt modelId="{F127E5FA-E3F8-45D9-BE2C-9EBA9891956A}" type="sibTrans" cxnId="{A882ACE3-1C5F-4BCA-90D3-7CB9EEB9ADEB}">
      <dgm:prSet/>
      <dgm:spPr/>
      <dgm:t>
        <a:bodyPr/>
        <a:lstStyle/>
        <a:p>
          <a:endParaRPr lang="en-US"/>
        </a:p>
      </dgm:t>
    </dgm:pt>
    <dgm:pt modelId="{B7DD955A-73E3-42DC-9ABE-430C2CCBAC4B}" type="pres">
      <dgm:prSet presAssocID="{E0609F18-6EC6-4DA6-8199-CD78693EB00C}" presName="Name0" presStyleCnt="0">
        <dgm:presLayoutVars>
          <dgm:dir/>
          <dgm:animLvl val="lvl"/>
          <dgm:resizeHandles val="exact"/>
        </dgm:presLayoutVars>
      </dgm:prSet>
      <dgm:spPr/>
    </dgm:pt>
    <dgm:pt modelId="{3F7A0B80-F38B-435C-A500-4453550D3517}" type="pres">
      <dgm:prSet presAssocID="{E5E35C90-348D-4A59-BBD9-DACBC0172E75}" presName="linNode" presStyleCnt="0"/>
      <dgm:spPr/>
    </dgm:pt>
    <dgm:pt modelId="{BC1CB707-7734-43EB-8E8B-F89A3DDFED16}" type="pres">
      <dgm:prSet presAssocID="{E5E35C90-348D-4A59-BBD9-DACBC0172E7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454AB87-C6A3-4902-B40D-94A0D7A5BC40}" type="pres">
      <dgm:prSet presAssocID="{E5E35C90-348D-4A59-BBD9-DACBC0172E75}" presName="descendantText" presStyleLbl="alignAccFollowNode1" presStyleIdx="0" presStyleCnt="2" custLinFactNeighborX="88">
        <dgm:presLayoutVars>
          <dgm:bulletEnabled val="1"/>
        </dgm:presLayoutVars>
      </dgm:prSet>
      <dgm:spPr/>
    </dgm:pt>
    <dgm:pt modelId="{08E4CBDC-DFE8-4C7C-B498-C3A263406E56}" type="pres">
      <dgm:prSet presAssocID="{DEC234E7-4F68-4989-9D5D-12429FB106D1}" presName="sp" presStyleCnt="0"/>
      <dgm:spPr/>
    </dgm:pt>
    <dgm:pt modelId="{8A06CBC2-91C7-4B0D-B3BE-8E775B4A8C16}" type="pres">
      <dgm:prSet presAssocID="{688B73C4-8075-4281-B660-F7C5B0A922F7}" presName="linNode" presStyleCnt="0"/>
      <dgm:spPr/>
    </dgm:pt>
    <dgm:pt modelId="{206062F2-AA40-4B8E-ADC6-7EFBB3E6309C}" type="pres">
      <dgm:prSet presAssocID="{688B73C4-8075-4281-B660-F7C5B0A922F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6040FF5A-34F2-4387-983E-E99A89579FF4}" type="pres">
      <dgm:prSet presAssocID="{688B73C4-8075-4281-B660-F7C5B0A922F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54FEC01-8BD6-4AEA-8E3B-2291AE96A65A}" type="presOf" srcId="{3915ACB5-516A-4F83-9C93-32C5D91D04BE}" destId="{6040FF5A-34F2-4387-983E-E99A89579FF4}" srcOrd="0" destOrd="1" presId="urn:microsoft.com/office/officeart/2005/8/layout/vList5"/>
    <dgm:cxn modelId="{88821A0D-1C0C-405B-B5D0-EB43B38C16B7}" type="presOf" srcId="{DCA1098B-4181-4631-B0D8-BB9F3384A6A8}" destId="{9454AB87-C6A3-4902-B40D-94A0D7A5BC40}" srcOrd="0" destOrd="5" presId="urn:microsoft.com/office/officeart/2005/8/layout/vList5"/>
    <dgm:cxn modelId="{E33BF60E-442B-4C39-963D-75E6C6C4829D}" type="presOf" srcId="{E5E35C90-348D-4A59-BBD9-DACBC0172E75}" destId="{BC1CB707-7734-43EB-8E8B-F89A3DDFED16}" srcOrd="0" destOrd="0" presId="urn:microsoft.com/office/officeart/2005/8/layout/vList5"/>
    <dgm:cxn modelId="{247E3E18-6E22-4EF3-AD3C-77062977D2A5}" srcId="{E5E35C90-348D-4A59-BBD9-DACBC0172E75}" destId="{86CD24F7-D403-4796-AA2A-A30C74A7C38D}" srcOrd="1" destOrd="0" parTransId="{5629A6EC-B9E1-4681-BE44-DAEAEF864802}" sibTransId="{2EAB2E9C-B6E0-4B3A-A3F0-D490356CF836}"/>
    <dgm:cxn modelId="{E39EBC21-234F-47D7-B441-8D20C3E963B3}" type="presOf" srcId="{74733435-0024-4C7A-8017-3B9EE74648BC}" destId="{9454AB87-C6A3-4902-B40D-94A0D7A5BC40}" srcOrd="0" destOrd="7" presId="urn:microsoft.com/office/officeart/2005/8/layout/vList5"/>
    <dgm:cxn modelId="{E47F6C25-9A96-49F0-964B-CAC44E42A38E}" srcId="{E5E35C90-348D-4A59-BBD9-DACBC0172E75}" destId="{4FB071C8-CDF9-442F-9C6D-A5C093E2DADA}" srcOrd="2" destOrd="0" parTransId="{025DE319-18C8-425F-A642-E9D77A5D5623}" sibTransId="{7A174B85-D4BE-48FE-BC73-1EE53A0C2A24}"/>
    <dgm:cxn modelId="{0CD27A2C-072B-4356-8618-D03F168530C2}" srcId="{E5E35C90-348D-4A59-BBD9-DACBC0172E75}" destId="{74733435-0024-4C7A-8017-3B9EE74648BC}" srcOrd="7" destOrd="0" parTransId="{7507E9AE-9F4F-44B6-8A31-C3F74D827FE9}" sibTransId="{5EC47CA0-FAEB-4621-98FA-551D59B2B4E2}"/>
    <dgm:cxn modelId="{29D5302E-4C33-4A2B-A4BE-5E99898F4EE5}" srcId="{E5E35C90-348D-4A59-BBD9-DACBC0172E75}" destId="{15FAACD8-9060-47AF-B5B7-AE9C5503E8F7}" srcOrd="3" destOrd="0" parTransId="{F4D085A3-581A-4140-A590-BE27B259757D}" sibTransId="{A9E15C4D-E8B6-42EC-A590-12569E12F37B}"/>
    <dgm:cxn modelId="{9D5B1C32-7B77-45F8-9A76-8E3002406997}" type="presOf" srcId="{3E98E776-5529-4270-AAD7-B58DD268401F}" destId="{9454AB87-C6A3-4902-B40D-94A0D7A5BC40}" srcOrd="0" destOrd="6" presId="urn:microsoft.com/office/officeart/2005/8/layout/vList5"/>
    <dgm:cxn modelId="{73BADC38-EFBB-41EB-BA1C-7B3FD6088CA7}" type="presOf" srcId="{688B73C4-8075-4281-B660-F7C5B0A922F7}" destId="{206062F2-AA40-4B8E-ADC6-7EFBB3E6309C}" srcOrd="0" destOrd="0" presId="urn:microsoft.com/office/officeart/2005/8/layout/vList5"/>
    <dgm:cxn modelId="{71236E44-5796-4C59-87C1-8EB0AED711CC}" type="presOf" srcId="{75AF886B-F97B-4596-9E6F-744C0E6B2240}" destId="{6040FF5A-34F2-4387-983E-E99A89579FF4}" srcOrd="0" destOrd="0" presId="urn:microsoft.com/office/officeart/2005/8/layout/vList5"/>
    <dgm:cxn modelId="{4EA08269-EA3B-45B8-9041-7B866A63491B}" srcId="{E5E35C90-348D-4A59-BBD9-DACBC0172E75}" destId="{3E98E776-5529-4270-AAD7-B58DD268401F}" srcOrd="6" destOrd="0" parTransId="{71113B11-E31E-446F-9E97-D641531ABA2D}" sibTransId="{5FB97715-B30C-4717-AE4B-8AEE15AB501C}"/>
    <dgm:cxn modelId="{464D2C50-4A51-4AE3-B54F-1A628DD0421E}" type="presOf" srcId="{74AFFBD7-070D-4C5F-A9E4-7971D79B09D3}" destId="{9454AB87-C6A3-4902-B40D-94A0D7A5BC40}" srcOrd="0" destOrd="0" presId="urn:microsoft.com/office/officeart/2005/8/layout/vList5"/>
    <dgm:cxn modelId="{91637575-82B1-4BE8-8024-842BF0FD7567}" srcId="{E5E35C90-348D-4A59-BBD9-DACBC0172E75}" destId="{DCA1098B-4181-4631-B0D8-BB9F3384A6A8}" srcOrd="5" destOrd="0" parTransId="{2220B160-1B96-4C9F-A359-F414C4F83749}" sibTransId="{6C780A06-D6BC-4F9A-BAC6-315F9E319E6D}"/>
    <dgm:cxn modelId="{41143156-BA53-43D1-8258-DBE6A2136C64}" type="presOf" srcId="{4FB071C8-CDF9-442F-9C6D-A5C093E2DADA}" destId="{9454AB87-C6A3-4902-B40D-94A0D7A5BC40}" srcOrd="0" destOrd="2" presId="urn:microsoft.com/office/officeart/2005/8/layout/vList5"/>
    <dgm:cxn modelId="{92A4B880-A7A3-4903-B300-ABEF5783F49B}" srcId="{E0609F18-6EC6-4DA6-8199-CD78693EB00C}" destId="{E5E35C90-348D-4A59-BBD9-DACBC0172E75}" srcOrd="0" destOrd="0" parTransId="{FFA371FE-912B-4B15-98DC-28691359DFA7}" sibTransId="{DEC234E7-4F68-4989-9D5D-12429FB106D1}"/>
    <dgm:cxn modelId="{3BB04E82-124E-4E8D-8A7D-C8FCF1250A9F}" srcId="{E0609F18-6EC6-4DA6-8199-CD78693EB00C}" destId="{688B73C4-8075-4281-B660-F7C5B0A922F7}" srcOrd="1" destOrd="0" parTransId="{B524ADA6-533F-428C-A927-0FB1728DE40D}" sibTransId="{75A3AB10-F10F-496E-AAA0-C90493EA1AE5}"/>
    <dgm:cxn modelId="{605B3F91-0D12-493E-BD04-8009E1D1EFE5}" srcId="{E5E35C90-348D-4A59-BBD9-DACBC0172E75}" destId="{F3FDA492-0B17-4947-A873-AA650FBE50C9}" srcOrd="4" destOrd="0" parTransId="{F556696F-E4EB-4CB1-9E3D-FBC2ABBFBDC6}" sibTransId="{DA1E3941-4C30-41F0-A76A-FA4E594A38C6}"/>
    <dgm:cxn modelId="{83B14595-0F5E-44EA-A099-AAC8CB760556}" srcId="{E5E35C90-348D-4A59-BBD9-DACBC0172E75}" destId="{74AFFBD7-070D-4C5F-A9E4-7971D79B09D3}" srcOrd="0" destOrd="0" parTransId="{932DCC94-FCB9-48CE-82D7-55D127DF8AEA}" sibTransId="{E71D22B0-DB1F-49F2-94E6-1EF89DECBA00}"/>
    <dgm:cxn modelId="{5D09A2C1-6752-4BA7-B8AA-EB2C6E28ADEC}" type="presOf" srcId="{15FAACD8-9060-47AF-B5B7-AE9C5503E8F7}" destId="{9454AB87-C6A3-4902-B40D-94A0D7A5BC40}" srcOrd="0" destOrd="3" presId="urn:microsoft.com/office/officeart/2005/8/layout/vList5"/>
    <dgm:cxn modelId="{4D74DDC6-9E39-4D0B-A654-3681D4EE2BCB}" type="presOf" srcId="{F3FDA492-0B17-4947-A873-AA650FBE50C9}" destId="{9454AB87-C6A3-4902-B40D-94A0D7A5BC40}" srcOrd="0" destOrd="4" presId="urn:microsoft.com/office/officeart/2005/8/layout/vList5"/>
    <dgm:cxn modelId="{7D6575C7-50E1-4E64-A366-9EBEA9ECC299}" srcId="{688B73C4-8075-4281-B660-F7C5B0A922F7}" destId="{75AF886B-F97B-4596-9E6F-744C0E6B2240}" srcOrd="0" destOrd="0" parTransId="{162CE449-D19F-4307-8D4B-E16561FB9E67}" sibTransId="{3FA0F48E-DB65-460B-9A0F-55BD4408B7DE}"/>
    <dgm:cxn modelId="{A882ACE3-1C5F-4BCA-90D3-7CB9EEB9ADEB}" srcId="{688B73C4-8075-4281-B660-F7C5B0A922F7}" destId="{3915ACB5-516A-4F83-9C93-32C5D91D04BE}" srcOrd="1" destOrd="0" parTransId="{BD43C425-5DDC-437A-B23F-0A352ECC7F2F}" sibTransId="{F127E5FA-E3F8-45D9-BE2C-9EBA9891956A}"/>
    <dgm:cxn modelId="{44F3BDE6-3CE8-4ED8-A96C-90FAC2527D05}" type="presOf" srcId="{E0609F18-6EC6-4DA6-8199-CD78693EB00C}" destId="{B7DD955A-73E3-42DC-9ABE-430C2CCBAC4B}" srcOrd="0" destOrd="0" presId="urn:microsoft.com/office/officeart/2005/8/layout/vList5"/>
    <dgm:cxn modelId="{4B9A1DF0-C80B-4EA6-B05B-451E23237A9D}" type="presOf" srcId="{86CD24F7-D403-4796-AA2A-A30C74A7C38D}" destId="{9454AB87-C6A3-4902-B40D-94A0D7A5BC40}" srcOrd="0" destOrd="1" presId="urn:microsoft.com/office/officeart/2005/8/layout/vList5"/>
    <dgm:cxn modelId="{D3D09467-5340-425B-9FEC-5413F25E5267}" type="presParOf" srcId="{B7DD955A-73E3-42DC-9ABE-430C2CCBAC4B}" destId="{3F7A0B80-F38B-435C-A500-4453550D3517}" srcOrd="0" destOrd="0" presId="urn:microsoft.com/office/officeart/2005/8/layout/vList5"/>
    <dgm:cxn modelId="{CA348083-E435-4F09-B346-38F67319899B}" type="presParOf" srcId="{3F7A0B80-F38B-435C-A500-4453550D3517}" destId="{BC1CB707-7734-43EB-8E8B-F89A3DDFED16}" srcOrd="0" destOrd="0" presId="urn:microsoft.com/office/officeart/2005/8/layout/vList5"/>
    <dgm:cxn modelId="{7B838E74-2811-4F6E-BF6D-C21434BEE969}" type="presParOf" srcId="{3F7A0B80-F38B-435C-A500-4453550D3517}" destId="{9454AB87-C6A3-4902-B40D-94A0D7A5BC40}" srcOrd="1" destOrd="0" presId="urn:microsoft.com/office/officeart/2005/8/layout/vList5"/>
    <dgm:cxn modelId="{F87DF058-4125-472D-AA93-B597293E8EF1}" type="presParOf" srcId="{B7DD955A-73E3-42DC-9ABE-430C2CCBAC4B}" destId="{08E4CBDC-DFE8-4C7C-B498-C3A263406E56}" srcOrd="1" destOrd="0" presId="urn:microsoft.com/office/officeart/2005/8/layout/vList5"/>
    <dgm:cxn modelId="{3650385F-41E1-407F-9391-8D410A2A579E}" type="presParOf" srcId="{B7DD955A-73E3-42DC-9ABE-430C2CCBAC4B}" destId="{8A06CBC2-91C7-4B0D-B3BE-8E775B4A8C16}" srcOrd="2" destOrd="0" presId="urn:microsoft.com/office/officeart/2005/8/layout/vList5"/>
    <dgm:cxn modelId="{5ADEFEB3-1D82-4364-BC72-08B0389A5368}" type="presParOf" srcId="{8A06CBC2-91C7-4B0D-B3BE-8E775B4A8C16}" destId="{206062F2-AA40-4B8E-ADC6-7EFBB3E6309C}" srcOrd="0" destOrd="0" presId="urn:microsoft.com/office/officeart/2005/8/layout/vList5"/>
    <dgm:cxn modelId="{D56DE725-BABA-4041-ACEF-818D316A3A90}" type="presParOf" srcId="{8A06CBC2-91C7-4B0D-B3BE-8E775B4A8C16}" destId="{6040FF5A-34F2-4387-983E-E99A89579FF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319627-8497-4F55-B2F4-60388E808198}">
      <dsp:nvSpPr>
        <dsp:cNvPr id="0" name=""/>
        <dsp:cNvSpPr/>
      </dsp:nvSpPr>
      <dsp:spPr>
        <a:xfrm>
          <a:off x="0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Real-time face detection and recognition.</a:t>
          </a:r>
        </a:p>
      </dsp:txBody>
      <dsp:txXfrm>
        <a:off x="0" y="573683"/>
        <a:ext cx="2464593" cy="1478756"/>
      </dsp:txXfrm>
    </dsp:sp>
    <dsp:sp modelId="{6E5B23F1-33DC-40B5-B875-B5EC83F8D449}">
      <dsp:nvSpPr>
        <dsp:cNvPr id="0" name=""/>
        <dsp:cNvSpPr/>
      </dsp:nvSpPr>
      <dsp:spPr>
        <a:xfrm>
          <a:off x="2711053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Human tracking through webcam and video feed.</a:t>
          </a:r>
        </a:p>
      </dsp:txBody>
      <dsp:txXfrm>
        <a:off x="2711053" y="573683"/>
        <a:ext cx="2464593" cy="1478756"/>
      </dsp:txXfrm>
    </dsp:sp>
    <dsp:sp modelId="{1524E62B-89AC-4D53-84F9-0973BBE1EF39}">
      <dsp:nvSpPr>
        <dsp:cNvPr id="0" name=""/>
        <dsp:cNvSpPr/>
      </dsp:nvSpPr>
      <dsp:spPr>
        <a:xfrm>
          <a:off x="5422106" y="573683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Face alignment and embedding extraction using </a:t>
          </a:r>
          <a:r>
            <a:rPr lang="en-US" sz="2200" kern="1200" dirty="0" err="1"/>
            <a:t>OpenFace</a:t>
          </a:r>
          <a:r>
            <a:rPr lang="en-US" sz="2200" kern="1200" dirty="0"/>
            <a:t>.</a:t>
          </a:r>
        </a:p>
      </dsp:txBody>
      <dsp:txXfrm>
        <a:off x="5422106" y="573683"/>
        <a:ext cx="2464593" cy="1478756"/>
      </dsp:txXfrm>
    </dsp:sp>
    <dsp:sp modelId="{001AF070-3383-4B83-94B3-A67680E6FB1B}">
      <dsp:nvSpPr>
        <dsp:cNvPr id="0" name=""/>
        <dsp:cNvSpPr/>
      </dsp:nvSpPr>
      <dsp:spPr>
        <a:xfrm>
          <a:off x="1355526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 Human tracking with bounding box and recognized identities.</a:t>
          </a:r>
        </a:p>
      </dsp:txBody>
      <dsp:txXfrm>
        <a:off x="1355526" y="2298898"/>
        <a:ext cx="2464593" cy="1478756"/>
      </dsp:txXfrm>
    </dsp:sp>
    <dsp:sp modelId="{844F655A-680B-41B2-957E-7E2531C77FAF}">
      <dsp:nvSpPr>
        <dsp:cNvPr id="0" name=""/>
        <dsp:cNvSpPr/>
      </dsp:nvSpPr>
      <dsp:spPr>
        <a:xfrm>
          <a:off x="4066579" y="2298898"/>
          <a:ext cx="2464593" cy="147875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Real-time updates and visual feedback for continuous recognition.</a:t>
          </a:r>
        </a:p>
      </dsp:txBody>
      <dsp:txXfrm>
        <a:off x="4066579" y="2298898"/>
        <a:ext cx="2464593" cy="1478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1C73F9-BB43-4E78-A0E7-59143C298C1D}">
      <dsp:nvSpPr>
        <dsp:cNvPr id="0" name=""/>
        <dsp:cNvSpPr/>
      </dsp:nvSpPr>
      <dsp:spPr>
        <a:xfrm>
          <a:off x="509334" y="209499"/>
          <a:ext cx="655751" cy="65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A130148-EBCB-4014-A346-035D638143A3}">
      <dsp:nvSpPr>
        <dsp:cNvPr id="0" name=""/>
        <dsp:cNvSpPr/>
      </dsp:nvSpPr>
      <dsp:spPr>
        <a:xfrm>
          <a:off x="108597" y="1087564"/>
          <a:ext cx="1457226" cy="58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OpenCV: For capturing video frames and performing face detection.</a:t>
          </a:r>
        </a:p>
      </dsp:txBody>
      <dsp:txXfrm>
        <a:off x="108597" y="1087564"/>
        <a:ext cx="1457226" cy="582890"/>
      </dsp:txXfrm>
    </dsp:sp>
    <dsp:sp modelId="{03A35D4D-892E-4F9A-8CF0-67873FD12233}">
      <dsp:nvSpPr>
        <dsp:cNvPr id="0" name=""/>
        <dsp:cNvSpPr/>
      </dsp:nvSpPr>
      <dsp:spPr>
        <a:xfrm>
          <a:off x="2221576" y="209499"/>
          <a:ext cx="655751" cy="65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E5C5D69-A300-4431-AE80-9E2C932F263D}">
      <dsp:nvSpPr>
        <dsp:cNvPr id="0" name=""/>
        <dsp:cNvSpPr/>
      </dsp:nvSpPr>
      <dsp:spPr>
        <a:xfrm>
          <a:off x="1820838" y="1087564"/>
          <a:ext cx="1457226" cy="58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Dlib: For face landmark detection and face alignment.</a:t>
          </a:r>
        </a:p>
      </dsp:txBody>
      <dsp:txXfrm>
        <a:off x="1820838" y="1087564"/>
        <a:ext cx="1457226" cy="582890"/>
      </dsp:txXfrm>
    </dsp:sp>
    <dsp:sp modelId="{36D6C53B-A7AC-492B-B18D-2A643575DDF5}">
      <dsp:nvSpPr>
        <dsp:cNvPr id="0" name=""/>
        <dsp:cNvSpPr/>
      </dsp:nvSpPr>
      <dsp:spPr>
        <a:xfrm>
          <a:off x="3933817" y="209499"/>
          <a:ext cx="655751" cy="65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170C98-AAD6-4648-B7DC-1D2C890054EB}">
      <dsp:nvSpPr>
        <dsp:cNvPr id="0" name=""/>
        <dsp:cNvSpPr/>
      </dsp:nvSpPr>
      <dsp:spPr>
        <a:xfrm>
          <a:off x="3533079" y="1087564"/>
          <a:ext cx="1457226" cy="58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OpenFace</a:t>
          </a:r>
          <a:r>
            <a:rPr lang="en-US" sz="1100" kern="1200" dirty="0"/>
            <a:t>: For extracting face embeddings using deep  neural networks.</a:t>
          </a:r>
        </a:p>
      </dsp:txBody>
      <dsp:txXfrm>
        <a:off x="3533079" y="1087564"/>
        <a:ext cx="1457226" cy="582890"/>
      </dsp:txXfrm>
    </dsp:sp>
    <dsp:sp modelId="{4E25242E-69CF-4771-8BFA-6C13DE696113}">
      <dsp:nvSpPr>
        <dsp:cNvPr id="0" name=""/>
        <dsp:cNvSpPr/>
      </dsp:nvSpPr>
      <dsp:spPr>
        <a:xfrm>
          <a:off x="509334" y="2034761"/>
          <a:ext cx="655751" cy="65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2679665-855E-4FB4-8230-9A3B6C9009B8}">
      <dsp:nvSpPr>
        <dsp:cNvPr id="0" name=""/>
        <dsp:cNvSpPr/>
      </dsp:nvSpPr>
      <dsp:spPr>
        <a:xfrm>
          <a:off x="108597" y="2912826"/>
          <a:ext cx="1457226" cy="58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Scikit-learn: For normalizing the face embeddings.</a:t>
          </a:r>
        </a:p>
      </dsp:txBody>
      <dsp:txXfrm>
        <a:off x="108597" y="2912826"/>
        <a:ext cx="1457226" cy="582890"/>
      </dsp:txXfrm>
    </dsp:sp>
    <dsp:sp modelId="{C88961A1-4BA1-43A6-A2C8-A09ABC1C04F6}">
      <dsp:nvSpPr>
        <dsp:cNvPr id="0" name=""/>
        <dsp:cNvSpPr/>
      </dsp:nvSpPr>
      <dsp:spPr>
        <a:xfrm>
          <a:off x="2221576" y="2034761"/>
          <a:ext cx="655751" cy="6557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69679FE-3003-4E3D-BE4A-7595908AF7FA}">
      <dsp:nvSpPr>
        <dsp:cNvPr id="0" name=""/>
        <dsp:cNvSpPr/>
      </dsp:nvSpPr>
      <dsp:spPr>
        <a:xfrm>
          <a:off x="1820838" y="2912826"/>
          <a:ext cx="1457226" cy="58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Torch: For running OpenFace's pre-trained neural network.</a:t>
          </a:r>
        </a:p>
      </dsp:txBody>
      <dsp:txXfrm>
        <a:off x="1820838" y="2912826"/>
        <a:ext cx="1457226" cy="582890"/>
      </dsp:txXfrm>
    </dsp:sp>
    <dsp:sp modelId="{6020AA5C-D5C8-4ED2-B6D8-40D129DC2332}">
      <dsp:nvSpPr>
        <dsp:cNvPr id="0" name=""/>
        <dsp:cNvSpPr/>
      </dsp:nvSpPr>
      <dsp:spPr>
        <a:xfrm>
          <a:off x="3933817" y="2034761"/>
          <a:ext cx="655751" cy="65575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A9ECB5-0B84-40EC-8026-EDC4E37792CA}">
      <dsp:nvSpPr>
        <dsp:cNvPr id="0" name=""/>
        <dsp:cNvSpPr/>
      </dsp:nvSpPr>
      <dsp:spPr>
        <a:xfrm>
          <a:off x="3533079" y="2912826"/>
          <a:ext cx="1457226" cy="5828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NumPy: For numerical operations, including distance  calculations.</a:t>
          </a:r>
        </a:p>
      </dsp:txBody>
      <dsp:txXfrm>
        <a:off x="3533079" y="2912826"/>
        <a:ext cx="1457226" cy="5828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401627-A863-42EA-B8B5-13ED0E61B491}">
      <dsp:nvSpPr>
        <dsp:cNvPr id="0" name=""/>
        <dsp:cNvSpPr/>
      </dsp:nvSpPr>
      <dsp:spPr>
        <a:xfrm>
          <a:off x="2653592" y="557934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56703" y="601353"/>
        <a:ext cx="22990" cy="4602"/>
      </dsp:txXfrm>
    </dsp:sp>
    <dsp:sp modelId="{B0E7D707-EEB5-4F55-A6CF-DD64E82E9FD4}">
      <dsp:nvSpPr>
        <dsp:cNvPr id="0" name=""/>
        <dsp:cNvSpPr/>
      </dsp:nvSpPr>
      <dsp:spPr>
        <a:xfrm>
          <a:off x="656203" y="3898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Install dependencies via pip and conda:</a:t>
          </a:r>
        </a:p>
      </dsp:txBody>
      <dsp:txXfrm>
        <a:off x="656203" y="3898"/>
        <a:ext cx="1999188" cy="1199513"/>
      </dsp:txXfrm>
    </dsp:sp>
    <dsp:sp modelId="{DD21110E-1CF5-40D6-8A35-EC5D03792FC5}">
      <dsp:nvSpPr>
        <dsp:cNvPr id="0" name=""/>
        <dsp:cNvSpPr/>
      </dsp:nvSpPr>
      <dsp:spPr>
        <a:xfrm>
          <a:off x="5112594" y="557934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5705" y="601353"/>
        <a:ext cx="22990" cy="4602"/>
      </dsp:txXfrm>
    </dsp:sp>
    <dsp:sp modelId="{4C661E37-818F-4538-914A-0C7D1AE7FB82}">
      <dsp:nvSpPr>
        <dsp:cNvPr id="0" name=""/>
        <dsp:cNvSpPr/>
      </dsp:nvSpPr>
      <dsp:spPr>
        <a:xfrm>
          <a:off x="3115205" y="3898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OpenCV: pip install opencv-python</a:t>
          </a:r>
        </a:p>
      </dsp:txBody>
      <dsp:txXfrm>
        <a:off x="3115205" y="3898"/>
        <a:ext cx="1999188" cy="1199513"/>
      </dsp:txXfrm>
    </dsp:sp>
    <dsp:sp modelId="{66B5A89B-BACB-4983-8598-64E7A6F3C46D}">
      <dsp:nvSpPr>
        <dsp:cNvPr id="0" name=""/>
        <dsp:cNvSpPr/>
      </dsp:nvSpPr>
      <dsp:spPr>
        <a:xfrm>
          <a:off x="1655797" y="1201611"/>
          <a:ext cx="4918004" cy="429213"/>
        </a:xfrm>
        <a:custGeom>
          <a:avLst/>
          <a:gdLst/>
          <a:ahLst/>
          <a:cxnLst/>
          <a:rect l="0" t="0" r="0" b="0"/>
          <a:pathLst>
            <a:path>
              <a:moveTo>
                <a:pt x="4918004" y="0"/>
              </a:moveTo>
              <a:lnTo>
                <a:pt x="4918004" y="231706"/>
              </a:lnTo>
              <a:lnTo>
                <a:pt x="0" y="231706"/>
              </a:lnTo>
              <a:lnTo>
                <a:pt x="0" y="42921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91313" y="1413916"/>
        <a:ext cx="246972" cy="4602"/>
      </dsp:txXfrm>
    </dsp:sp>
    <dsp:sp modelId="{EF0CD650-F103-4C69-9DDA-C8F6D3F03AFD}">
      <dsp:nvSpPr>
        <dsp:cNvPr id="0" name=""/>
        <dsp:cNvSpPr/>
      </dsp:nvSpPr>
      <dsp:spPr>
        <a:xfrm>
          <a:off x="5574207" y="3898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Dlib: pip install dlib</a:t>
          </a:r>
        </a:p>
      </dsp:txBody>
      <dsp:txXfrm>
        <a:off x="5574207" y="3898"/>
        <a:ext cx="1999188" cy="1199513"/>
      </dsp:txXfrm>
    </dsp:sp>
    <dsp:sp modelId="{FAB8F197-B4D2-4CEF-8277-163970DE8868}">
      <dsp:nvSpPr>
        <dsp:cNvPr id="0" name=""/>
        <dsp:cNvSpPr/>
      </dsp:nvSpPr>
      <dsp:spPr>
        <a:xfrm>
          <a:off x="2653592" y="2217261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56703" y="2260680"/>
        <a:ext cx="22990" cy="4602"/>
      </dsp:txXfrm>
    </dsp:sp>
    <dsp:sp modelId="{0E657ED5-BB87-4681-8DC4-DAB1CA4C8218}">
      <dsp:nvSpPr>
        <dsp:cNvPr id="0" name=""/>
        <dsp:cNvSpPr/>
      </dsp:nvSpPr>
      <dsp:spPr>
        <a:xfrm>
          <a:off x="656203" y="1663224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OpenFace:</a:t>
          </a:r>
        </a:p>
      </dsp:txBody>
      <dsp:txXfrm>
        <a:off x="656203" y="1663224"/>
        <a:ext cx="1999188" cy="1199513"/>
      </dsp:txXfrm>
    </dsp:sp>
    <dsp:sp modelId="{9965CDBA-4FC1-4EE5-BC4C-AB729CE78F4C}">
      <dsp:nvSpPr>
        <dsp:cNvPr id="0" name=""/>
        <dsp:cNvSpPr/>
      </dsp:nvSpPr>
      <dsp:spPr>
        <a:xfrm>
          <a:off x="5112594" y="2217261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5705" y="2260680"/>
        <a:ext cx="22990" cy="4602"/>
      </dsp:txXfrm>
    </dsp:sp>
    <dsp:sp modelId="{C14CB553-83C3-4C62-9B5F-0DC843B8B1DB}">
      <dsp:nvSpPr>
        <dsp:cNvPr id="0" name=""/>
        <dsp:cNvSpPr/>
      </dsp:nvSpPr>
      <dsp:spPr>
        <a:xfrm>
          <a:off x="3115205" y="1663224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git clone https://github.com/cmusatyalab/openface.git</a:t>
          </a:r>
        </a:p>
      </dsp:txBody>
      <dsp:txXfrm>
        <a:off x="3115205" y="1663224"/>
        <a:ext cx="1999188" cy="1199513"/>
      </dsp:txXfrm>
    </dsp:sp>
    <dsp:sp modelId="{66D7AA80-B07C-4712-B821-F17CDE178F7D}">
      <dsp:nvSpPr>
        <dsp:cNvPr id="0" name=""/>
        <dsp:cNvSpPr/>
      </dsp:nvSpPr>
      <dsp:spPr>
        <a:xfrm>
          <a:off x="1655797" y="2860938"/>
          <a:ext cx="4918004" cy="429213"/>
        </a:xfrm>
        <a:custGeom>
          <a:avLst/>
          <a:gdLst/>
          <a:ahLst/>
          <a:cxnLst/>
          <a:rect l="0" t="0" r="0" b="0"/>
          <a:pathLst>
            <a:path>
              <a:moveTo>
                <a:pt x="4918004" y="0"/>
              </a:moveTo>
              <a:lnTo>
                <a:pt x="4918004" y="231706"/>
              </a:lnTo>
              <a:lnTo>
                <a:pt x="0" y="231706"/>
              </a:lnTo>
              <a:lnTo>
                <a:pt x="0" y="429213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91313" y="3073243"/>
        <a:ext cx="246972" cy="4602"/>
      </dsp:txXfrm>
    </dsp:sp>
    <dsp:sp modelId="{E1965581-2F03-4407-90A5-FB566CB457B2}">
      <dsp:nvSpPr>
        <dsp:cNvPr id="0" name=""/>
        <dsp:cNvSpPr/>
      </dsp:nvSpPr>
      <dsp:spPr>
        <a:xfrm>
          <a:off x="5574207" y="1663224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cd openface</a:t>
          </a:r>
        </a:p>
      </dsp:txBody>
      <dsp:txXfrm>
        <a:off x="5574207" y="1663224"/>
        <a:ext cx="1999188" cy="1199513"/>
      </dsp:txXfrm>
    </dsp:sp>
    <dsp:sp modelId="{22379AA3-2AF3-4DB8-9902-A0C45D843089}">
      <dsp:nvSpPr>
        <dsp:cNvPr id="0" name=""/>
        <dsp:cNvSpPr/>
      </dsp:nvSpPr>
      <dsp:spPr>
        <a:xfrm>
          <a:off x="2653592" y="3876588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56703" y="3920006"/>
        <a:ext cx="22990" cy="4602"/>
      </dsp:txXfrm>
    </dsp:sp>
    <dsp:sp modelId="{C3FEBCA1-6454-43A2-8D60-5E6994BF31E8}">
      <dsp:nvSpPr>
        <dsp:cNvPr id="0" name=""/>
        <dsp:cNvSpPr/>
      </dsp:nvSpPr>
      <dsp:spPr>
        <a:xfrm>
          <a:off x="656203" y="3322551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pip install -r requirements.txt</a:t>
          </a:r>
        </a:p>
      </dsp:txBody>
      <dsp:txXfrm>
        <a:off x="656203" y="3322551"/>
        <a:ext cx="1999188" cy="1199513"/>
      </dsp:txXfrm>
    </dsp:sp>
    <dsp:sp modelId="{058FDBC6-14A1-46EC-98FA-BACF6B0681C7}">
      <dsp:nvSpPr>
        <dsp:cNvPr id="0" name=""/>
        <dsp:cNvSpPr/>
      </dsp:nvSpPr>
      <dsp:spPr>
        <a:xfrm>
          <a:off x="5112594" y="3876588"/>
          <a:ext cx="429213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29213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15705" y="3920006"/>
        <a:ext cx="22990" cy="4602"/>
      </dsp:txXfrm>
    </dsp:sp>
    <dsp:sp modelId="{9A95F7FC-068D-434B-944A-810415F519D3}">
      <dsp:nvSpPr>
        <dsp:cNvPr id="0" name=""/>
        <dsp:cNvSpPr/>
      </dsp:nvSpPr>
      <dsp:spPr>
        <a:xfrm>
          <a:off x="3115205" y="3322551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Scikit-learn: pip install scikit-learn</a:t>
          </a:r>
        </a:p>
      </dsp:txBody>
      <dsp:txXfrm>
        <a:off x="3115205" y="3322551"/>
        <a:ext cx="1999188" cy="1199513"/>
      </dsp:txXfrm>
    </dsp:sp>
    <dsp:sp modelId="{3688A05D-727D-46A9-9340-106073250AEE}">
      <dsp:nvSpPr>
        <dsp:cNvPr id="0" name=""/>
        <dsp:cNvSpPr/>
      </dsp:nvSpPr>
      <dsp:spPr>
        <a:xfrm>
          <a:off x="5574207" y="3322551"/>
          <a:ext cx="1999188" cy="119951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962" tIns="102828" rIns="97962" bIns="10282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PyTorch: pip install torch torchvision</a:t>
          </a:r>
        </a:p>
      </dsp:txBody>
      <dsp:txXfrm>
        <a:off x="5574207" y="3322551"/>
        <a:ext cx="1999188" cy="119951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E80A7D-1A9A-44BC-9D29-7F0DEC35AB46}">
      <dsp:nvSpPr>
        <dsp:cNvPr id="0" name=""/>
        <dsp:cNvSpPr/>
      </dsp:nvSpPr>
      <dsp:spPr>
        <a:xfrm>
          <a:off x="0" y="4390"/>
          <a:ext cx="7886700" cy="140911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Code:</a:t>
          </a:r>
        </a:p>
      </dsp:txBody>
      <dsp:txXfrm>
        <a:off x="68787" y="73177"/>
        <a:ext cx="7749126" cy="1271544"/>
      </dsp:txXfrm>
    </dsp:sp>
    <dsp:sp modelId="{1DBF9D72-DADB-419C-B7A2-58585F8517A2}">
      <dsp:nvSpPr>
        <dsp:cNvPr id="0" name=""/>
        <dsp:cNvSpPr/>
      </dsp:nvSpPr>
      <dsp:spPr>
        <a:xfrm>
          <a:off x="0" y="1471109"/>
          <a:ext cx="7886700" cy="1409118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aligner = align_dlib.AlignDlib(PREDICTOR_PATH)aligned_face = aligner.align(96, frame, landmarkIndices=align_dlib.AlignDlib.OUTER_EYES_AND_NOSE) face_embedding=net.forward(aligned_face)</a:t>
          </a:r>
        </a:p>
      </dsp:txBody>
      <dsp:txXfrm>
        <a:off x="68787" y="1539896"/>
        <a:ext cx="7749126" cy="1271544"/>
      </dsp:txXfrm>
    </dsp:sp>
    <dsp:sp modelId="{24E2A3FC-B639-4E1A-B2E5-AC70E94A8C01}">
      <dsp:nvSpPr>
        <dsp:cNvPr id="0" name=""/>
        <dsp:cNvSpPr/>
      </dsp:nvSpPr>
      <dsp:spPr>
        <a:xfrm>
          <a:off x="0" y="2937828"/>
          <a:ext cx="7886700" cy="1409118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Explanation:   </a:t>
          </a:r>
          <a:r>
            <a:rPr lang="en-US" sz="2000" kern="1200" dirty="0" err="1"/>
            <a:t>Dlib</a:t>
          </a:r>
          <a:r>
            <a:rPr lang="en-US" sz="2000" kern="1200" dirty="0"/>
            <a:t> aligns faces based on facial landmarks </a:t>
          </a:r>
          <a:r>
            <a:rPr lang="en-US" sz="2000" kern="1200" dirty="0" err="1"/>
            <a:t>OpenFace</a:t>
          </a:r>
          <a:r>
            <a:rPr lang="en-US" sz="2000" kern="1200" dirty="0"/>
            <a:t> neural network extracts a 128-dimensionallandmarks </a:t>
          </a:r>
          <a:r>
            <a:rPr lang="en-US" sz="2000" kern="1200" dirty="0" err="1"/>
            <a:t>OpenFace</a:t>
          </a:r>
          <a:r>
            <a:rPr lang="en-US" sz="2000" kern="1200" dirty="0"/>
            <a:t> neural network extracts a 128-dimensional embedding.</a:t>
          </a:r>
        </a:p>
      </dsp:txBody>
      <dsp:txXfrm>
        <a:off x="68787" y="3006615"/>
        <a:ext cx="7749126" cy="12715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35BDD4-08C3-46E1-A106-CBE01397D5CA}">
      <dsp:nvSpPr>
        <dsp:cNvPr id="0" name=""/>
        <dsp:cNvSpPr/>
      </dsp:nvSpPr>
      <dsp:spPr>
        <a:xfrm>
          <a:off x="0" y="707092"/>
          <a:ext cx="7886700" cy="13054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FA5A32-278E-407F-B4EC-8722642CE86C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7F317-6FF0-45C7-9937-1CC7728877D9}">
      <dsp:nvSpPr>
        <dsp:cNvPr id="0" name=""/>
        <dsp:cNvSpPr/>
      </dsp:nvSpPr>
      <dsp:spPr>
        <a:xfrm>
          <a:off x="1507738" y="707092"/>
          <a:ext cx="3549015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Code:</a:t>
          </a:r>
        </a:p>
      </dsp:txBody>
      <dsp:txXfrm>
        <a:off x="1507738" y="707092"/>
        <a:ext cx="3549015" cy="1305401"/>
      </dsp:txXfrm>
    </dsp:sp>
    <dsp:sp modelId="{F36EDB31-C8A8-4D31-9CA9-F09C4B6658C2}">
      <dsp:nvSpPr>
        <dsp:cNvPr id="0" name=""/>
        <dsp:cNvSpPr/>
      </dsp:nvSpPr>
      <dsp:spPr>
        <a:xfrm>
          <a:off x="5056753" y="707092"/>
          <a:ext cx="2829946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tracker = cv2.TrackerKCF_create()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tracker.init(frame, (x, y, w, h))</a:t>
          </a:r>
        </a:p>
      </dsp:txBody>
      <dsp:txXfrm>
        <a:off x="5056753" y="707092"/>
        <a:ext cx="2829946" cy="1305401"/>
      </dsp:txXfrm>
    </dsp:sp>
    <dsp:sp modelId="{F48E577C-69F4-425C-9F78-BCAEBBFE7948}">
      <dsp:nvSpPr>
        <dsp:cNvPr id="0" name=""/>
        <dsp:cNvSpPr/>
      </dsp:nvSpPr>
      <dsp:spPr>
        <a:xfrm>
          <a:off x="0" y="2338844"/>
          <a:ext cx="7886700" cy="130540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4F1132-A6F8-49F6-9D6B-49593E7EDC06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05EFD2-1BCB-4D22-BEA5-EB49DC174730}">
      <dsp:nvSpPr>
        <dsp:cNvPr id="0" name=""/>
        <dsp:cNvSpPr/>
      </dsp:nvSpPr>
      <dsp:spPr>
        <a:xfrm>
          <a:off x="1507738" y="2338844"/>
          <a:ext cx="3549015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Explanation:</a:t>
          </a:r>
        </a:p>
      </dsp:txBody>
      <dsp:txXfrm>
        <a:off x="1507738" y="2338844"/>
        <a:ext cx="3549015" cy="1305401"/>
      </dsp:txXfrm>
    </dsp:sp>
    <dsp:sp modelId="{B89E9F5A-00DB-4BB2-B83B-B25E94670A07}">
      <dsp:nvSpPr>
        <dsp:cNvPr id="0" name=""/>
        <dsp:cNvSpPr/>
      </dsp:nvSpPr>
      <dsp:spPr>
        <a:xfrm>
          <a:off x="5056753" y="2338844"/>
          <a:ext cx="2829946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OpenCV's tracking algorithms (e.g., KCF, TLD) are used to track faces.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Bounding box updates for each detected and 	tracked face.</a:t>
          </a:r>
        </a:p>
      </dsp:txBody>
      <dsp:txXfrm>
        <a:off x="5056753" y="2338844"/>
        <a:ext cx="2829946" cy="13054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DE2CB1-22B3-42BB-B417-EE0D37563475}">
      <dsp:nvSpPr>
        <dsp:cNvPr id="0" name=""/>
        <dsp:cNvSpPr/>
      </dsp:nvSpPr>
      <dsp:spPr>
        <a:xfrm>
          <a:off x="0" y="35734"/>
          <a:ext cx="5000124" cy="71954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Code:</a:t>
          </a:r>
        </a:p>
      </dsp:txBody>
      <dsp:txXfrm>
        <a:off x="35125" y="70859"/>
        <a:ext cx="4929874" cy="649299"/>
      </dsp:txXfrm>
    </dsp:sp>
    <dsp:sp modelId="{D92EFB69-CA36-486E-AFF1-95116C609FDE}">
      <dsp:nvSpPr>
        <dsp:cNvPr id="0" name=""/>
        <dsp:cNvSpPr/>
      </dsp:nvSpPr>
      <dsp:spPr>
        <a:xfrm>
          <a:off x="0" y="755284"/>
          <a:ext cx="5000124" cy="217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known_faces = {}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known_faces[identity] = face_embedding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identity = recognize_face(face_embedding, 	known_faces)</a:t>
          </a:r>
        </a:p>
      </dsp:txBody>
      <dsp:txXfrm>
        <a:off x="0" y="755284"/>
        <a:ext cx="5000124" cy="2173500"/>
      </dsp:txXfrm>
    </dsp:sp>
    <dsp:sp modelId="{92C6378C-4422-46D9-A311-27BFC4F9A6B0}">
      <dsp:nvSpPr>
        <dsp:cNvPr id="0" name=""/>
        <dsp:cNvSpPr/>
      </dsp:nvSpPr>
      <dsp:spPr>
        <a:xfrm>
          <a:off x="0" y="2928785"/>
          <a:ext cx="5000124" cy="719549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Explanation:</a:t>
          </a:r>
        </a:p>
      </dsp:txBody>
      <dsp:txXfrm>
        <a:off x="35125" y="2963910"/>
        <a:ext cx="4929874" cy="649299"/>
      </dsp:txXfrm>
    </dsp:sp>
    <dsp:sp modelId="{88F21EFE-516F-42D9-B192-152C172839CD}">
      <dsp:nvSpPr>
        <dsp:cNvPr id="0" name=""/>
        <dsp:cNvSpPr/>
      </dsp:nvSpPr>
      <dsp:spPr>
        <a:xfrm>
          <a:off x="0" y="3648335"/>
          <a:ext cx="5000124" cy="1769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Captures and stores face embeddings in a dictionary.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Recognizes faces by comparing embeddings using 	Euclidean distance.</a:t>
          </a:r>
        </a:p>
      </dsp:txBody>
      <dsp:txXfrm>
        <a:off x="0" y="3648335"/>
        <a:ext cx="5000124" cy="17698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54AB87-C6A3-4902-B40D-94A0D7A5BC40}">
      <dsp:nvSpPr>
        <dsp:cNvPr id="0" name=""/>
        <dsp:cNvSpPr/>
      </dsp:nvSpPr>
      <dsp:spPr>
        <a:xfrm rot="5400000">
          <a:off x="2335930" y="-269781"/>
          <a:ext cx="2128307" cy="3200079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video = cv2.VideoCapture(0)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while True: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ret, frame = </a:t>
          </a:r>
          <a:r>
            <a:rPr lang="en-US" sz="1200" kern="1200" dirty="0" err="1"/>
            <a:t>video.read</a:t>
          </a:r>
          <a:r>
            <a:rPr lang="en-US" sz="1200" kern="1200" dirty="0"/>
            <a:t>()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faces = </a:t>
          </a:r>
          <a:r>
            <a:rPr lang="en-US" sz="1200" kern="1200" dirty="0" err="1"/>
            <a:t>facedetect.detectMultiScale</a:t>
          </a:r>
          <a:r>
            <a:rPr lang="en-US" sz="1200" kern="1200" dirty="0"/>
            <a:t>(frame, 1.3, 5)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for (x, y, w, h) in faces: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cv2.rectangle(frame, (x, y), (</a:t>
          </a:r>
          <a:r>
            <a:rPr lang="en-US" sz="1200" kern="1200" dirty="0" err="1"/>
            <a:t>x+w</a:t>
          </a:r>
          <a:r>
            <a:rPr lang="en-US" sz="1200" kern="1200" dirty="0"/>
            <a:t>, </a:t>
          </a:r>
          <a:r>
            <a:rPr lang="en-US" sz="1200" kern="1200" dirty="0" err="1"/>
            <a:t>y+h</a:t>
          </a:r>
          <a:r>
            <a:rPr lang="en-US" sz="1200" kern="1200" dirty="0"/>
            <a:t>), (0, 255, 0), 2)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 err="1"/>
            <a:t>tracker.update</a:t>
          </a:r>
          <a:r>
            <a:rPr lang="en-US" sz="1200" kern="1200" dirty="0"/>
            <a:t>(frame)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kern="1200" dirty="0"/>
            <a:t>cv2.imshow('Frame', frame)</a:t>
          </a:r>
        </a:p>
      </dsp:txBody>
      <dsp:txXfrm rot="-5400000">
        <a:off x="1800045" y="369999"/>
        <a:ext cx="3096184" cy="1920517"/>
      </dsp:txXfrm>
    </dsp:sp>
    <dsp:sp modelId="{BC1CB707-7734-43EB-8E8B-F89A3DDFED16}">
      <dsp:nvSpPr>
        <dsp:cNvPr id="0" name=""/>
        <dsp:cNvSpPr/>
      </dsp:nvSpPr>
      <dsp:spPr>
        <a:xfrm>
          <a:off x="0" y="66"/>
          <a:ext cx="1800044" cy="2660383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Code:</a:t>
          </a:r>
        </a:p>
      </dsp:txBody>
      <dsp:txXfrm>
        <a:off x="87871" y="87937"/>
        <a:ext cx="1624302" cy="2484641"/>
      </dsp:txXfrm>
    </dsp:sp>
    <dsp:sp modelId="{6040FF5A-34F2-4387-983E-E99A89579FF4}">
      <dsp:nvSpPr>
        <dsp:cNvPr id="0" name=""/>
        <dsp:cNvSpPr/>
      </dsp:nvSpPr>
      <dsp:spPr>
        <a:xfrm rot="5400000">
          <a:off x="2335930" y="2523621"/>
          <a:ext cx="2128307" cy="3200079"/>
        </a:xfrm>
        <a:prstGeom prst="round2Same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9525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Captures video feed and tracks faces frame-by-frame.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Shows real-time updates of detected faces and their identities</a:t>
          </a:r>
        </a:p>
      </dsp:txBody>
      <dsp:txXfrm rot="-5400000">
        <a:off x="1800045" y="3163402"/>
        <a:ext cx="3096184" cy="1920517"/>
      </dsp:txXfrm>
    </dsp:sp>
    <dsp:sp modelId="{206062F2-AA40-4B8E-ADC6-7EFBB3E6309C}">
      <dsp:nvSpPr>
        <dsp:cNvPr id="0" name=""/>
        <dsp:cNvSpPr/>
      </dsp:nvSpPr>
      <dsp:spPr>
        <a:xfrm>
          <a:off x="0" y="2793469"/>
          <a:ext cx="1800044" cy="2660383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Explanation:</a:t>
          </a:r>
        </a:p>
      </dsp:txBody>
      <dsp:txXfrm>
        <a:off x="87871" y="2881340"/>
        <a:ext cx="1624302" cy="24846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7784" y="319913"/>
            <a:ext cx="7772400" cy="1470025"/>
          </a:xfrm>
        </p:spPr>
        <p:txBody>
          <a:bodyPr/>
          <a:lstStyle/>
          <a:p>
            <a:r>
              <a:rPr dirty="0">
                <a:solidFill>
                  <a:srgbClr val="0070C0"/>
                </a:solidFill>
              </a:rPr>
              <a:t>Face Recognition and Human Tracking Robot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3584" y="2161032"/>
            <a:ext cx="6400800" cy="1752600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Real-time Face Detection, Embedding Extraction, and Tracking with </a:t>
            </a:r>
            <a:r>
              <a:rPr dirty="0" err="1"/>
              <a:t>OpenFace</a:t>
            </a:r>
            <a:r>
              <a:rPr dirty="0"/>
              <a:t> &amp; </a:t>
            </a:r>
            <a:r>
              <a:rPr dirty="0" err="1"/>
              <a:t>Dlib</a:t>
            </a:r>
            <a:endParaRPr dirty="0"/>
          </a:p>
          <a:p>
            <a:endParaRPr dirty="0"/>
          </a:p>
          <a:p>
            <a:r>
              <a:rPr dirty="0"/>
              <a:t>Amar Sunadholi</a:t>
            </a:r>
          </a:p>
          <a:p>
            <a:r>
              <a:rPr dirty="0"/>
              <a:t>November 4, 2025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CBA914-8B9C-8740-B0FA-4FD8686F931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System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64B24A-C293-6081-E5D6-D66B556D85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06905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/>
              <a:t>Required Libraries &amp; Modules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02CCA7-E8CF-C14A-8F60-12CE2BC3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86" r="39180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5CEDDE-1515-5FFE-DBC9-637F0606B3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578"/>
              </p:ext>
            </p:extLst>
          </p:nvPr>
        </p:nvGraphicFramePr>
        <p:xfrm>
          <a:off x="3415300" y="2409830"/>
          <a:ext cx="5098904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Required Libraries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CA6F206-6225-081B-B046-F303DBB07F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1280679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3100">
                <a:solidFill>
                  <a:schemeClr val="tx2"/>
                </a:solidFill>
              </a:rPr>
              <a:t>Face Detection with OpenCV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2890979"/>
            <a:ext cx="7375161" cy="269397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chemeClr val="tx2"/>
                </a:solidFill>
              </a:rPr>
              <a:t>Code: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	facedetect = cv2.CascadeClassifier('data/haarcas	cade_frontalface_default.xml’) 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         if facedetect.empty():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	print('Error loading face cascade!')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     	exit()</a:t>
            </a:r>
          </a:p>
          <a:p>
            <a:pPr>
              <a:lnSpc>
                <a:spcPct val="90000"/>
              </a:lnSpc>
            </a:pPr>
            <a:endParaRPr lang="en-US" sz="14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Explanation: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4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Uses Haar Cascade to detect faces in the live video feed.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>
                <a:solidFill>
                  <a:schemeClr val="tx2"/>
                </a:solidFill>
              </a:rPr>
              <a:t>Can switch to Dlib’s CNN detector for better accuracy.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>
            <a:extLst>
              <a:ext uri="{FF2B5EF4-FFF2-40B4-BE49-F238E27FC236}">
                <a16:creationId xmlns:a16="http://schemas.microsoft.com/office/drawing/2014/main" id="{3304A93A-09E5-7B9C-6806-33E11201496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2773" t="3707" r="15009" b="2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Face Alignment and Embedding Extraction</a:t>
            </a:r>
          </a:p>
        </p:txBody>
      </p:sp>
      <p:graphicFrame>
        <p:nvGraphicFramePr>
          <p:cNvPr id="44" name="Content Placeholder 2">
            <a:extLst>
              <a:ext uri="{FF2B5EF4-FFF2-40B4-BE49-F238E27FC236}">
                <a16:creationId xmlns:a16="http://schemas.microsoft.com/office/drawing/2014/main" id="{811D8DD5-4054-B117-C2F6-616A616738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409517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2BE19C1-D61B-57B0-6DDC-F5037099057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11212" t="2132" r="1" b="6960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/>
              <a:t>Human Tracking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037876-EE1D-EE1D-EE47-8A0806184E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40060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Storing and Recognizing Faces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9D84E8-CD0A-1675-9C72-EC09CB53C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9350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297" y="502021"/>
            <a:ext cx="7266222" cy="1642969"/>
          </a:xfrm>
        </p:spPr>
        <p:txBody>
          <a:bodyPr anchor="b">
            <a:normAutofit/>
          </a:bodyPr>
          <a:lstStyle/>
          <a:p>
            <a:r>
              <a:rPr lang="en-US" sz="3500"/>
              <a:t>Face Recognition Using Euclidean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297" y="2418409"/>
            <a:ext cx="7266222" cy="3454358"/>
          </a:xfrm>
        </p:spPr>
        <p:txBody>
          <a:bodyPr anchor="t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Code: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def </a:t>
            </a:r>
            <a:r>
              <a:rPr lang="en-US" sz="1400" dirty="0" err="1"/>
              <a:t>recognize_face</a:t>
            </a:r>
            <a:r>
              <a:rPr lang="en-US" sz="1400" dirty="0"/>
              <a:t>(</a:t>
            </a:r>
            <a:r>
              <a:rPr lang="en-US" sz="1400" dirty="0" err="1"/>
              <a:t>face_embedding</a:t>
            </a:r>
            <a:r>
              <a:rPr lang="en-US" sz="1400" dirty="0"/>
              <a:t>, </a:t>
            </a:r>
            <a:r>
              <a:rPr lang="en-US" sz="1400" dirty="0" err="1"/>
              <a:t>known_faces</a:t>
            </a:r>
            <a:r>
              <a:rPr lang="en-US" sz="1400" dirty="0"/>
              <a:t>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</a:t>
            </a:r>
            <a:r>
              <a:rPr lang="en-US" sz="1400" dirty="0" err="1"/>
              <a:t>min_dist</a:t>
            </a:r>
            <a:r>
              <a:rPr lang="en-US" sz="1400" dirty="0"/>
              <a:t> = float('inf')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identity = None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for name, </a:t>
            </a:r>
            <a:r>
              <a:rPr lang="en-US" sz="1400" dirty="0" err="1"/>
              <a:t>known_embedding</a:t>
            </a:r>
            <a:r>
              <a:rPr lang="en-US" sz="1400" dirty="0"/>
              <a:t> in </a:t>
            </a:r>
            <a:r>
              <a:rPr lang="en-US" sz="1400" dirty="0" err="1"/>
              <a:t>known_faces.items</a:t>
            </a:r>
            <a:r>
              <a:rPr lang="en-US" sz="1400" dirty="0"/>
              <a:t>():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    </a:t>
            </a:r>
            <a:r>
              <a:rPr lang="en-US" sz="1400" dirty="0" err="1"/>
              <a:t>dist</a:t>
            </a:r>
            <a:r>
              <a:rPr lang="en-US" sz="1400" dirty="0"/>
              <a:t> = </a:t>
            </a:r>
            <a:r>
              <a:rPr lang="en-US" sz="1400" dirty="0" err="1"/>
              <a:t>np.linalg.norm</a:t>
            </a:r>
            <a:r>
              <a:rPr lang="en-US" sz="1400" dirty="0"/>
              <a:t>(</a:t>
            </a:r>
            <a:r>
              <a:rPr lang="en-US" sz="1400" dirty="0" err="1"/>
              <a:t>face_embedding</a:t>
            </a:r>
            <a:r>
              <a:rPr lang="en-US" sz="1400" dirty="0"/>
              <a:t> - </a:t>
            </a:r>
            <a:r>
              <a:rPr lang="en-US" sz="1400" dirty="0" err="1"/>
              <a:t>known_embedding</a:t>
            </a:r>
            <a:r>
              <a:rPr lang="en-US" sz="1400" dirty="0"/>
              <a:t>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    if </a:t>
            </a:r>
            <a:r>
              <a:rPr lang="en-US" sz="1400" dirty="0" err="1"/>
              <a:t>dist</a:t>
            </a:r>
            <a:r>
              <a:rPr lang="en-US" sz="1400" dirty="0"/>
              <a:t> &lt; </a:t>
            </a:r>
            <a:r>
              <a:rPr lang="en-US" sz="1400" dirty="0" err="1"/>
              <a:t>min_dist</a:t>
            </a:r>
            <a:r>
              <a:rPr lang="en-US" sz="1400" dirty="0"/>
              <a:t>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        </a:t>
            </a:r>
            <a:r>
              <a:rPr lang="en-US" sz="1400" dirty="0" err="1"/>
              <a:t>min_dist</a:t>
            </a:r>
            <a:r>
              <a:rPr lang="en-US" sz="1400" dirty="0"/>
              <a:t> = </a:t>
            </a:r>
            <a:r>
              <a:rPr lang="en-US" sz="1400" dirty="0" err="1"/>
              <a:t>dist</a:t>
            </a: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        identity = name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    return identity</a:t>
            </a:r>
          </a:p>
          <a:p>
            <a:pPr>
              <a:lnSpc>
                <a:spcPct val="90000"/>
              </a:lnSpc>
            </a:pPr>
            <a:endParaRPr lang="en-US" sz="1400" dirty="0"/>
          </a:p>
          <a:p>
            <a:pPr>
              <a:lnSpc>
                <a:spcPct val="90000"/>
              </a:lnSpc>
            </a:pPr>
            <a:r>
              <a:rPr lang="en-US" sz="1400" dirty="0"/>
              <a:t>Explanation: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	Compares the current face’s embedding with stored embeddings.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 dirty="0"/>
              <a:t>	Uses Euclidean distance for matching faces.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Normalization of 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Code:</a:t>
            </a:r>
          </a:p>
          <a:p>
            <a:pPr marL="0" indent="0">
              <a:buNone/>
            </a:pPr>
            <a:r>
              <a:rPr lang="en-US" sz="1700" dirty="0"/>
              <a:t>from </a:t>
            </a:r>
            <a:r>
              <a:rPr lang="en-US" sz="1700" dirty="0" err="1"/>
              <a:t>sklearn.preprocessing</a:t>
            </a:r>
            <a:r>
              <a:rPr lang="en-US" sz="1700" dirty="0"/>
              <a:t> import Normalizer</a:t>
            </a:r>
          </a:p>
          <a:p>
            <a:pPr marL="0" indent="0">
              <a:buNone/>
            </a:pPr>
            <a:r>
              <a:rPr lang="en-US" sz="1700" dirty="0"/>
              <a:t>normalizer = Normalizer(norm='l2')</a:t>
            </a:r>
          </a:p>
          <a:p>
            <a:pPr marL="0" indent="0">
              <a:buNone/>
            </a:pPr>
            <a:r>
              <a:rPr lang="en-US" sz="1700" dirty="0" err="1"/>
              <a:t>normalized_embedding</a:t>
            </a:r>
            <a:r>
              <a:rPr lang="en-US" sz="1700" dirty="0"/>
              <a:t> = </a:t>
            </a:r>
            <a:r>
              <a:rPr lang="en-US" sz="1700" dirty="0" err="1"/>
              <a:t>normalizer.transform</a:t>
            </a:r>
            <a:r>
              <a:rPr lang="en-US" sz="1700" dirty="0"/>
              <a:t>(</a:t>
            </a:r>
            <a:r>
              <a:rPr lang="en-US" sz="1700" dirty="0" err="1"/>
              <a:t>face_embedding.reshape</a:t>
            </a:r>
            <a:r>
              <a:rPr lang="en-US" sz="1700" dirty="0"/>
              <a:t>(1, -1))</a:t>
            </a:r>
          </a:p>
          <a:p>
            <a:endParaRPr lang="en-US" sz="1700" dirty="0"/>
          </a:p>
          <a:p>
            <a:r>
              <a:rPr lang="en-US" sz="1700" dirty="0"/>
              <a:t>Explanation:</a:t>
            </a:r>
          </a:p>
          <a:p>
            <a:pPr marL="0" indent="0">
              <a:buNone/>
            </a:pPr>
            <a:r>
              <a:rPr lang="en-US" sz="1700" dirty="0"/>
              <a:t>	Normalizing embeddings (L2 norm) ensures consistency for comparison.</a:t>
            </a:r>
          </a:p>
          <a:p>
            <a:pPr marL="0" indent="0">
              <a:buNone/>
            </a:pPr>
            <a:r>
              <a:rPr lang="en-US" sz="1700" dirty="0"/>
              <a:t>	Improves the accuracy of face recognition.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Continuous Webcam Feed &amp; Tracking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60A517-8085-B4C6-5A41-0FB98AF2D9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102759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732</Words>
  <Application>Microsoft Office PowerPoint</Application>
  <PresentationFormat>On-screen Show (4:3)</PresentationFormat>
  <Paragraphs>96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Face Recognition and Human Tracking Robot</vt:lpstr>
      <vt:lpstr>System Overview</vt:lpstr>
      <vt:lpstr>Required Libraries &amp; Modules</vt:lpstr>
      <vt:lpstr>Installing Required Libraries</vt:lpstr>
      <vt:lpstr>Face Detection with OpenCV</vt:lpstr>
      <vt:lpstr>Face Alignment and Embedding Extraction</vt:lpstr>
      <vt:lpstr>Human Tracking</vt:lpstr>
      <vt:lpstr>Storing and Recognizing Faces</vt:lpstr>
      <vt:lpstr>Face Recognition Using Euclidean Distance</vt:lpstr>
      <vt:lpstr>Normalization of Embeddings</vt:lpstr>
      <vt:lpstr>Continuous Webcam Feed &amp; Tracking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Amar Sunadholi</dc:creator>
  <cp:keywords/>
  <dc:description>generated using python-pptx</dc:description>
  <cp:lastModifiedBy>Amar Sunadholi</cp:lastModifiedBy>
  <cp:revision>2</cp:revision>
  <dcterms:created xsi:type="dcterms:W3CDTF">2013-01-27T09:14:16Z</dcterms:created>
  <dcterms:modified xsi:type="dcterms:W3CDTF">2025-11-05T08:14:59Z</dcterms:modified>
  <cp:category/>
</cp:coreProperties>
</file>